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F7604B-9A20-4528-A7BD-EA7647A0A56F}" v="77" dt="2026-02-24T15:45:52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garcia" userId="bb3211382751f30e" providerId="LiveId" clId="{439D2936-1538-439A-8E3D-41FF626E4686}"/>
    <pc:docChg chg="undo custSel addSld delSld modSld sldOrd modMainMaster">
      <pc:chgData name="eduardo garcia" userId="bb3211382751f30e" providerId="LiveId" clId="{439D2936-1538-439A-8E3D-41FF626E4686}" dt="2026-02-24T16:12:19.836" v="2019" actId="255"/>
      <pc:docMkLst>
        <pc:docMk/>
      </pc:docMkLst>
      <pc:sldChg chg="modSp mod modTransition">
        <pc:chgData name="eduardo garcia" userId="bb3211382751f30e" providerId="LiveId" clId="{439D2936-1538-439A-8E3D-41FF626E4686}" dt="2026-02-11T14:16:02.788" v="1568"/>
        <pc:sldMkLst>
          <pc:docMk/>
          <pc:sldMk cId="0" sldId="256"/>
        </pc:sldMkLst>
        <pc:spChg chg="mod">
          <ac:chgData name="eduardo garcia" userId="bb3211382751f30e" providerId="LiveId" clId="{439D2936-1538-439A-8E3D-41FF626E4686}" dt="2026-02-11T13:26:19.466" v="644"/>
          <ac:spMkLst>
            <pc:docMk/>
            <pc:sldMk cId="0" sldId="256"/>
            <ac:spMk id="2" creationId="{00000000-0000-0000-0000-000000000000}"/>
          </ac:spMkLst>
        </pc:spChg>
        <pc:spChg chg="mod">
          <ac:chgData name="eduardo garcia" userId="bb3211382751f30e" providerId="LiveId" clId="{439D2936-1538-439A-8E3D-41FF626E4686}" dt="2026-02-11T13:26:19.466" v="644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modTransition modClrScheme chgLayout">
        <pc:chgData name="eduardo garcia" userId="bb3211382751f30e" providerId="LiveId" clId="{439D2936-1538-439A-8E3D-41FF626E4686}" dt="2026-02-24T16:12:19.836" v="2019" actId="255"/>
        <pc:sldMkLst>
          <pc:docMk/>
          <pc:sldMk cId="0" sldId="257"/>
        </pc:sldMkLst>
        <pc:spChg chg="mod ord">
          <ac:chgData name="eduardo garcia" userId="bb3211382751f30e" providerId="LiveId" clId="{439D2936-1538-439A-8E3D-41FF626E4686}" dt="2026-02-11T13:27:00.237" v="645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24T16:12:19.836" v="2019" actId="255"/>
          <ac:spMkLst>
            <pc:docMk/>
            <pc:sldMk cId="0" sldId="257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57"/>
            <ac:spMk id="5" creationId="{CBCBF01F-CE27-2BA2-1ADD-1A8383D8E3D5}"/>
          </ac:spMkLst>
        </pc:spChg>
        <pc:picChg chg="add mod">
          <ac:chgData name="eduardo garcia" userId="bb3211382751f30e" providerId="LiveId" clId="{439D2936-1538-439A-8E3D-41FF626E4686}" dt="2026-02-11T11:55:31.051" v="26" actId="14100"/>
          <ac:picMkLst>
            <pc:docMk/>
            <pc:sldMk cId="0" sldId="257"/>
            <ac:picMk id="7" creationId="{0F3EDAB5-5874-1619-AA43-67B746339A74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0:42.121" v="1571"/>
        <pc:sldMkLst>
          <pc:docMk/>
          <pc:sldMk cId="0" sldId="258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58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58"/>
            <ac:spMk id="4" creationId="{2B621F95-F4AD-4D1B-C06F-5C4D8B728840}"/>
          </ac:spMkLst>
        </pc:spChg>
        <pc:picChg chg="add mod">
          <ac:chgData name="eduardo garcia" userId="bb3211382751f30e" providerId="LiveId" clId="{439D2936-1538-439A-8E3D-41FF626E4686}" dt="2026-02-11T11:57:44.489" v="166" actId="1076"/>
          <ac:picMkLst>
            <pc:docMk/>
            <pc:sldMk cId="0" sldId="258"/>
            <ac:picMk id="6" creationId="{19B750C9-347A-EF31-D34E-D6F5D30CCDD4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0:58.819" v="1572"/>
        <pc:sldMkLst>
          <pc:docMk/>
          <pc:sldMk cId="0" sldId="259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59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59"/>
            <ac:spMk id="4" creationId="{D243A75B-25D9-C0C0-E8CA-F62191E9F096}"/>
          </ac:spMkLst>
        </pc:spChg>
        <pc:picChg chg="add mod">
          <ac:chgData name="eduardo garcia" userId="bb3211382751f30e" providerId="LiveId" clId="{439D2936-1538-439A-8E3D-41FF626E4686}" dt="2026-02-11T12:01:12.127" v="252" actId="14100"/>
          <ac:picMkLst>
            <pc:docMk/>
            <pc:sldMk cId="0" sldId="259"/>
            <ac:picMk id="6" creationId="{571A18A9-838F-C6D2-B6D4-D19CBF7E1338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1:14.672" v="1573"/>
        <pc:sldMkLst>
          <pc:docMk/>
          <pc:sldMk cId="0" sldId="260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0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0"/>
            <ac:spMk id="4" creationId="{09A9C12C-73A5-8EC8-DF04-D8DDC119DFE4}"/>
          </ac:spMkLst>
        </pc:spChg>
        <pc:picChg chg="add mod">
          <ac:chgData name="eduardo garcia" userId="bb3211382751f30e" providerId="LiveId" clId="{439D2936-1538-439A-8E3D-41FF626E4686}" dt="2026-02-11T12:02:56.755" v="256" actId="1076"/>
          <ac:picMkLst>
            <pc:docMk/>
            <pc:sldMk cId="0" sldId="260"/>
            <ac:picMk id="6" creationId="{7A905BEF-9FE9-AF34-98EE-979DD408712B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1:21.705" v="1574"/>
        <pc:sldMkLst>
          <pc:docMk/>
          <pc:sldMk cId="0" sldId="261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1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1"/>
            <ac:spMk id="4" creationId="{5A556AEA-8A7C-05CB-77C6-215E052B3AEB}"/>
          </ac:spMkLst>
        </pc:spChg>
        <pc:picChg chg="add mod">
          <ac:chgData name="eduardo garcia" userId="bb3211382751f30e" providerId="LiveId" clId="{439D2936-1538-439A-8E3D-41FF626E4686}" dt="2026-02-11T12:04:08.336" v="325" actId="14100"/>
          <ac:picMkLst>
            <pc:docMk/>
            <pc:sldMk cId="0" sldId="261"/>
            <ac:picMk id="6" creationId="{13CBC3A7-A5DE-E9B9-4C73-BB75E562C2E8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1:30.595" v="1575"/>
        <pc:sldMkLst>
          <pc:docMk/>
          <pc:sldMk cId="0" sldId="262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2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2"/>
            <ac:spMk id="4" creationId="{822FDB13-BE83-8E38-6991-BCC711BAE9D0}"/>
          </ac:spMkLst>
        </pc:spChg>
        <pc:picChg chg="add mod">
          <ac:chgData name="eduardo garcia" userId="bb3211382751f30e" providerId="LiveId" clId="{439D2936-1538-439A-8E3D-41FF626E4686}" dt="2026-02-11T12:05:29.003" v="453" actId="14100"/>
          <ac:picMkLst>
            <pc:docMk/>
            <pc:sldMk cId="0" sldId="262"/>
            <ac:picMk id="6" creationId="{85FC6881-DA23-0BF3-CF7D-4B31E7DEDB3A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02.296" v="1576"/>
        <pc:sldMkLst>
          <pc:docMk/>
          <pc:sldMk cId="0" sldId="263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3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3"/>
            <ac:spMk id="4" creationId="{EDF05A44-10E6-DC5C-E70A-8E756F2A044C}"/>
          </ac:spMkLst>
        </pc:spChg>
        <pc:picChg chg="add mod">
          <ac:chgData name="eduardo garcia" userId="bb3211382751f30e" providerId="LiveId" clId="{439D2936-1538-439A-8E3D-41FF626E4686}" dt="2026-02-11T12:09:16.187" v="459" actId="14100"/>
          <ac:picMkLst>
            <pc:docMk/>
            <pc:sldMk cId="0" sldId="263"/>
            <ac:picMk id="6" creationId="{DC47473E-C132-6ABD-F76C-36E39D1CD754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08.307" v="1577"/>
        <pc:sldMkLst>
          <pc:docMk/>
          <pc:sldMk cId="0" sldId="264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4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4"/>
            <ac:spMk id="4" creationId="{5471D070-1528-57DA-CAA4-887A0C66D5D0}"/>
          </ac:spMkLst>
        </pc:spChg>
        <pc:picChg chg="add mod">
          <ac:chgData name="eduardo garcia" userId="bb3211382751f30e" providerId="LiveId" clId="{439D2936-1538-439A-8E3D-41FF626E4686}" dt="2026-02-11T13:38:02.188" v="721" actId="1076"/>
          <ac:picMkLst>
            <pc:docMk/>
            <pc:sldMk cId="0" sldId="264"/>
            <ac:picMk id="6" creationId="{9C3DCB4D-B2A2-04D3-69AB-100C289B9FF3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13.551" v="1578"/>
        <pc:sldMkLst>
          <pc:docMk/>
          <pc:sldMk cId="0" sldId="265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5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5"/>
            <ac:spMk id="4" creationId="{05457279-6D1D-FC50-F740-B05A9527EC7F}"/>
          </ac:spMkLst>
        </pc:spChg>
        <pc:picChg chg="add mod">
          <ac:chgData name="eduardo garcia" userId="bb3211382751f30e" providerId="LiveId" clId="{439D2936-1538-439A-8E3D-41FF626E4686}" dt="2026-02-11T13:39:13.982" v="791" actId="14100"/>
          <ac:picMkLst>
            <pc:docMk/>
            <pc:sldMk cId="0" sldId="265"/>
            <ac:picMk id="6" creationId="{210865DD-60D3-568F-6B22-EB48901CA50C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17.147" v="1579"/>
        <pc:sldMkLst>
          <pc:docMk/>
          <pc:sldMk cId="0" sldId="266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6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6"/>
            <ac:spMk id="4" creationId="{6C3479A9-37F7-820D-81E4-56F7A8666D28}"/>
          </ac:spMkLst>
        </pc:spChg>
        <pc:picChg chg="add mod">
          <ac:chgData name="eduardo garcia" userId="bb3211382751f30e" providerId="LiveId" clId="{439D2936-1538-439A-8E3D-41FF626E4686}" dt="2026-02-11T13:41:43.090" v="798" actId="14100"/>
          <ac:picMkLst>
            <pc:docMk/>
            <pc:sldMk cId="0" sldId="266"/>
            <ac:picMk id="6" creationId="{F033B585-A55C-779E-55AA-55AD72439D2F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24.084" v="1580"/>
        <pc:sldMkLst>
          <pc:docMk/>
          <pc:sldMk cId="0" sldId="267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7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7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7"/>
            <ac:spMk id="4" creationId="{5C4952A1-86CD-FFCA-544B-DB730DB8B381}"/>
          </ac:spMkLst>
        </pc:spChg>
        <pc:picChg chg="add mod">
          <ac:chgData name="eduardo garcia" userId="bb3211382751f30e" providerId="LiveId" clId="{439D2936-1538-439A-8E3D-41FF626E4686}" dt="2026-02-11T13:57:35.191" v="930" actId="14100"/>
          <ac:picMkLst>
            <pc:docMk/>
            <pc:sldMk cId="0" sldId="267"/>
            <ac:picMk id="6" creationId="{27DEB16D-D5F2-8E88-AE71-6EA15742643E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27.357" v="1581"/>
        <pc:sldMkLst>
          <pc:docMk/>
          <pc:sldMk cId="0" sldId="268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8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8"/>
            <ac:spMk id="4" creationId="{41E1D2B3-42D0-790F-EDF1-8490D4F41A91}"/>
          </ac:spMkLst>
        </pc:spChg>
        <pc:picChg chg="add mod">
          <ac:chgData name="eduardo garcia" userId="bb3211382751f30e" providerId="LiveId" clId="{439D2936-1538-439A-8E3D-41FF626E4686}" dt="2026-02-11T13:58:42.888" v="997" actId="14100"/>
          <ac:picMkLst>
            <pc:docMk/>
            <pc:sldMk cId="0" sldId="268"/>
            <ac:picMk id="6" creationId="{5CF1EB48-813F-B870-A6D9-2B23B593DBC0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32.403" v="1582"/>
        <pc:sldMkLst>
          <pc:docMk/>
          <pc:sldMk cId="0" sldId="269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9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69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69"/>
            <ac:spMk id="4" creationId="{06D4291E-480B-27A5-7479-92C9287BAF18}"/>
          </ac:spMkLst>
        </pc:spChg>
        <pc:picChg chg="add mod">
          <ac:chgData name="eduardo garcia" userId="bb3211382751f30e" providerId="LiveId" clId="{439D2936-1538-439A-8E3D-41FF626E4686}" dt="2026-02-11T13:59:54.741" v="1071" actId="14100"/>
          <ac:picMkLst>
            <pc:docMk/>
            <pc:sldMk cId="0" sldId="269"/>
            <ac:picMk id="6" creationId="{5D4EE7AF-0BB0-F99B-93AD-ABB0A0684404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38.100" v="1583"/>
        <pc:sldMkLst>
          <pc:docMk/>
          <pc:sldMk cId="0" sldId="270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0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0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70"/>
            <ac:spMk id="4" creationId="{3224D3CE-B47B-A2D2-F164-B053148CA905}"/>
          </ac:spMkLst>
        </pc:spChg>
        <pc:picChg chg="add mod">
          <ac:chgData name="eduardo garcia" userId="bb3211382751f30e" providerId="LiveId" clId="{439D2936-1538-439A-8E3D-41FF626E4686}" dt="2026-02-11T14:00:59.574" v="1144" actId="14100"/>
          <ac:picMkLst>
            <pc:docMk/>
            <pc:sldMk cId="0" sldId="270"/>
            <ac:picMk id="6" creationId="{322D85B0-2E0A-C462-37F3-DAA0B1234516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42.701" v="1584"/>
        <pc:sldMkLst>
          <pc:docMk/>
          <pc:sldMk cId="0" sldId="271"/>
        </pc:sldMkLst>
        <pc:spChg chg="mod ord">
          <ac:chgData name="eduardo garcia" userId="bb3211382751f30e" providerId="LiveId" clId="{439D2936-1538-439A-8E3D-41FF626E4686}" dt="2026-02-11T14:01:21.781" v="1147" actId="700"/>
          <ac:spMkLst>
            <pc:docMk/>
            <pc:sldMk cId="0" sldId="271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4:01:21.781" v="1147" actId="700"/>
          <ac:spMkLst>
            <pc:docMk/>
            <pc:sldMk cId="0" sldId="271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4:01:21.781" v="1147" actId="700"/>
          <ac:spMkLst>
            <pc:docMk/>
            <pc:sldMk cId="0" sldId="271"/>
            <ac:spMk id="4" creationId="{E71A0C10-B38B-4ADC-C5A5-3AA4AEB37FE6}"/>
          </ac:spMkLst>
        </pc:spChg>
        <pc:picChg chg="add mod">
          <ac:chgData name="eduardo garcia" userId="bb3211382751f30e" providerId="LiveId" clId="{439D2936-1538-439A-8E3D-41FF626E4686}" dt="2026-02-11T14:02:58.819" v="1216" actId="14100"/>
          <ac:picMkLst>
            <pc:docMk/>
            <pc:sldMk cId="0" sldId="271"/>
            <ac:picMk id="6" creationId="{DABCAB76-A064-FE0A-E378-0594F48944F1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46.350" v="1585"/>
        <pc:sldMkLst>
          <pc:docMk/>
          <pc:sldMk cId="0" sldId="272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2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2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72"/>
            <ac:spMk id="4" creationId="{A2C54C6B-BF64-34E8-5392-848D6214A3BF}"/>
          </ac:spMkLst>
        </pc:spChg>
        <pc:picChg chg="add mod">
          <ac:chgData name="eduardo garcia" userId="bb3211382751f30e" providerId="LiveId" clId="{439D2936-1538-439A-8E3D-41FF626E4686}" dt="2026-02-11T14:04:05.676" v="1285" actId="14100"/>
          <ac:picMkLst>
            <pc:docMk/>
            <pc:sldMk cId="0" sldId="272"/>
            <ac:picMk id="6" creationId="{A557F879-A51B-0C51-3986-A2CBA2A03EBA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50.892" v="1586"/>
        <pc:sldMkLst>
          <pc:docMk/>
          <pc:sldMk cId="0" sldId="273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3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73"/>
            <ac:spMk id="4" creationId="{65D6D030-48D5-5740-844F-51E26A0610E8}"/>
          </ac:spMkLst>
        </pc:spChg>
        <pc:picChg chg="add mod">
          <ac:chgData name="eduardo garcia" userId="bb3211382751f30e" providerId="LiveId" clId="{439D2936-1538-439A-8E3D-41FF626E4686}" dt="2026-02-11T14:06:49.609" v="1354" actId="14100"/>
          <ac:picMkLst>
            <pc:docMk/>
            <pc:sldMk cId="0" sldId="273"/>
            <ac:picMk id="6" creationId="{CFE8A2C1-09DD-246B-8C5A-EE702A7FA123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53.775" v="1587"/>
        <pc:sldMkLst>
          <pc:docMk/>
          <pc:sldMk cId="0" sldId="274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4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74"/>
            <ac:spMk id="4" creationId="{2BA65B3E-E4C2-F700-5071-CE1AE2F9549A}"/>
          </ac:spMkLst>
        </pc:spChg>
        <pc:picChg chg="add mod">
          <ac:chgData name="eduardo garcia" userId="bb3211382751f30e" providerId="LiveId" clId="{439D2936-1538-439A-8E3D-41FF626E4686}" dt="2026-02-11T14:08:28.573" v="1424" actId="14100"/>
          <ac:picMkLst>
            <pc:docMk/>
            <pc:sldMk cId="0" sldId="274"/>
            <ac:picMk id="6" creationId="{266C0DDD-76A2-79B4-B136-3E992E77690B}"/>
          </ac:picMkLst>
        </pc:picChg>
      </pc:sldChg>
      <pc:sldChg chg="addSp delSp modSp mod modTransition modClrScheme chgLayout">
        <pc:chgData name="eduardo garcia" userId="bb3211382751f30e" providerId="LiveId" clId="{439D2936-1538-439A-8E3D-41FF626E4686}" dt="2026-02-11T14:22:56.905" v="1588"/>
        <pc:sldMkLst>
          <pc:docMk/>
          <pc:sldMk cId="0" sldId="275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5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5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75"/>
            <ac:spMk id="4" creationId="{A63830D9-2D76-01C9-ED7D-A71CBAFBFAC2}"/>
          </ac:spMkLst>
        </pc:spChg>
        <pc:picChg chg="add mod">
          <ac:chgData name="eduardo garcia" userId="bb3211382751f30e" providerId="LiveId" clId="{439D2936-1538-439A-8E3D-41FF626E4686}" dt="2026-02-11T14:09:34.183" v="1493" actId="14100"/>
          <ac:picMkLst>
            <pc:docMk/>
            <pc:sldMk cId="0" sldId="275"/>
            <ac:picMk id="6" creationId="{8FF5E350-14AF-B92D-463B-4C715EC2F061}"/>
          </ac:picMkLst>
        </pc:picChg>
      </pc:sldChg>
      <pc:sldChg chg="addSp modSp mod modTransition modClrScheme chgLayout">
        <pc:chgData name="eduardo garcia" userId="bb3211382751f30e" providerId="LiveId" clId="{439D2936-1538-439A-8E3D-41FF626E4686}" dt="2026-02-11T14:23:00.305" v="1589"/>
        <pc:sldMkLst>
          <pc:docMk/>
          <pc:sldMk cId="0" sldId="276"/>
        </pc:sldMkLst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6"/>
            <ac:spMk id="2" creationId="{00000000-0000-0000-0000-000000000000}"/>
          </ac:spMkLst>
        </pc:spChg>
        <pc:spChg chg="mod ord">
          <ac:chgData name="eduardo garcia" userId="bb3211382751f30e" providerId="LiveId" clId="{439D2936-1538-439A-8E3D-41FF626E4686}" dt="2026-02-11T13:26:19.466" v="644"/>
          <ac:spMkLst>
            <pc:docMk/>
            <pc:sldMk cId="0" sldId="276"/>
            <ac:spMk id="3" creationId="{00000000-0000-0000-0000-000000000000}"/>
          </ac:spMkLst>
        </pc:spChg>
        <pc:spChg chg="add mod ord">
          <ac:chgData name="eduardo garcia" userId="bb3211382751f30e" providerId="LiveId" clId="{439D2936-1538-439A-8E3D-41FF626E4686}" dt="2026-02-11T13:26:19.466" v="644"/>
          <ac:spMkLst>
            <pc:docMk/>
            <pc:sldMk cId="0" sldId="276"/>
            <ac:spMk id="4" creationId="{D45279BF-658B-7C9E-1BF3-D09571587EFE}"/>
          </ac:spMkLst>
        </pc:spChg>
        <pc:spChg chg="add mod">
          <ac:chgData name="eduardo garcia" userId="bb3211382751f30e" providerId="LiveId" clId="{439D2936-1538-439A-8E3D-41FF626E4686}" dt="2026-02-11T14:12:12.705" v="1563" actId="20577"/>
          <ac:spMkLst>
            <pc:docMk/>
            <pc:sldMk cId="0" sldId="276"/>
            <ac:spMk id="7" creationId="{C37C7DC8-4ECA-C87B-D33C-090D8EFB2000}"/>
          </ac:spMkLst>
        </pc:spChg>
        <pc:picChg chg="add mod">
          <ac:chgData name="eduardo garcia" userId="bb3211382751f30e" providerId="LiveId" clId="{439D2936-1538-439A-8E3D-41FF626E4686}" dt="2026-02-11T14:12:21.113" v="1565" actId="14100"/>
          <ac:picMkLst>
            <pc:docMk/>
            <pc:sldMk cId="0" sldId="276"/>
            <ac:picMk id="6" creationId="{75C57FB7-2E2C-C3D6-639A-ED6A3987B111}"/>
          </ac:picMkLst>
        </pc:picChg>
      </pc:sldChg>
      <pc:sldChg chg="addSp delSp modSp new mod ord modTransition modClrScheme chgLayout">
        <pc:chgData name="eduardo garcia" userId="bb3211382751f30e" providerId="LiveId" clId="{439D2936-1538-439A-8E3D-41FF626E4686}" dt="2026-02-11T14:15:46.879" v="1567"/>
        <pc:sldMkLst>
          <pc:docMk/>
          <pc:sldMk cId="2772211832" sldId="277"/>
        </pc:sldMkLst>
        <pc:spChg chg="add mod ord">
          <ac:chgData name="eduardo garcia" userId="bb3211382751f30e" providerId="LiveId" clId="{439D2936-1538-439A-8E3D-41FF626E4686}" dt="2026-02-11T13:28:37.206" v="651" actId="700"/>
          <ac:spMkLst>
            <pc:docMk/>
            <pc:sldMk cId="2772211832" sldId="277"/>
            <ac:spMk id="4" creationId="{57D60CD5-F162-73FA-6E40-D764039BD7E5}"/>
          </ac:spMkLst>
        </pc:spChg>
        <pc:spChg chg="add mod ord">
          <ac:chgData name="eduardo garcia" userId="bb3211382751f30e" providerId="LiveId" clId="{439D2936-1538-439A-8E3D-41FF626E4686}" dt="2026-02-11T13:28:37.206" v="651" actId="700"/>
          <ac:spMkLst>
            <pc:docMk/>
            <pc:sldMk cId="2772211832" sldId="277"/>
            <ac:spMk id="6" creationId="{D22B0DA3-9897-EEDF-C874-7D9EB76C8D4B}"/>
          </ac:spMkLst>
        </pc:spChg>
        <pc:graphicFrameChg chg="add mod ord modGraphic">
          <ac:chgData name="eduardo garcia" userId="bb3211382751f30e" providerId="LiveId" clId="{439D2936-1538-439A-8E3D-41FF626E4686}" dt="2026-02-11T13:32:16.639" v="658"/>
          <ac:graphicFrameMkLst>
            <pc:docMk/>
            <pc:sldMk cId="2772211832" sldId="277"/>
            <ac:graphicFrameMk id="9" creationId="{2CD455DF-7AC9-37B5-A5C9-CD5DA0354999}"/>
          </ac:graphicFrameMkLst>
        </pc:graphicFrameChg>
        <pc:picChg chg="add mod">
          <ac:chgData name="eduardo garcia" userId="bb3211382751f30e" providerId="LiveId" clId="{439D2936-1538-439A-8E3D-41FF626E4686}" dt="2026-02-11T13:32:24.595" v="659" actId="1076"/>
          <ac:picMkLst>
            <pc:docMk/>
            <pc:sldMk cId="2772211832" sldId="277"/>
            <ac:picMk id="11" creationId="{83AE80E8-9B81-13DA-2323-8791DEC0574A}"/>
          </ac:picMkLst>
        </pc:picChg>
      </pc:sldChg>
      <pc:sldMasterChg chg="setBg">
        <pc:chgData name="eduardo garcia" userId="bb3211382751f30e" providerId="LiveId" clId="{439D2936-1538-439A-8E3D-41FF626E4686}" dt="2026-02-11T13:27:00.237" v="645"/>
        <pc:sldMasterMkLst>
          <pc:docMk/>
          <pc:sldMasterMk cId="2470041510" sldId="2147483726"/>
        </pc:sldMasterMkLst>
      </pc:sldMasterChg>
    </pc:docChg>
  </pc:docChgLst>
</pc:chgInfo>
</file>

<file path=ppt/charts/_rels/chartEx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/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8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5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79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71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0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5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6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5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5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6705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80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48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51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56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8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415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reversepcb.com/es/las-6-mejores-herramientas-de-software-para-sistemas-integrados/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afaelarroyoruiz.blogspot.com/2017/11/el-sistema-operativo-linux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anciscoluisbenitez.eu/el-futuro-sistemas-distribuidos-y-descentralizados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rendiendoarduino.wordpress.com/tag/sistema-embebido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sysymas.wordpress.com/2015/04/22/procesos-en-tiempo-real-con-htop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sp.codeandcoke.com/apuntes:sockets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nswer4u.com/2011/05/p2p-what-is-peer-to-peer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rcu.github.io/slides/2020/02/index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gerendo.com/blog/estrategia-de-e-commerce/introduccion-a-los-microservicios-en-e-commerce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aviergarcialeon.wordpress.com/2009/05/18/sistemas-de-informacion-y-tic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bdd.codeandcoke.com/apuntes:fundamento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otopia.net/diseno-web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istemasoperativoscts.blogspot.com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genieriaquimicareviews.com/2020/12/sistemas-de-control-automatico-introduccion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bmontas001.blogspot.com/2016/02/uso-de-las-tic-en-sus-diferentes.html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nsesp.blogspot.com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aarbook.github.io/inteligencia-artificial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skaditecnologia.com/cloud-computing-industria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gventurecapital.com/MEXICO-E-COMMERCE-OPORTUNIDAD-DE-INVERSION_a29.html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20/06/the-future-of-erp-for-smes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fodilapiudys.tistory.com/entry/%EA%B0%9C%EC%9D%B8-%EC%9B%B9%EC%82%AC%EC%9D%B4%ED%8A%B8-%EB%A7%8C%EB%93%A4%EA%B8%B0-%EC%B4%88%EB%B3%B4%EC%9E%90%EB%A5%BC-%EC%9C%84%ED%95%9C-%EC%99%84%EB%B2%BD-%EA%B0%80%EC%9D%B4%EB%93%9C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7D60CD5-F162-73FA-6E40-D764039B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>
                <a:latin typeface="Algerian" panose="04020705040A02060702" pitchFamily="82" charset="0"/>
              </a:rPr>
              <a:t>Presentacion</a:t>
            </a:r>
            <a:r>
              <a:rPr lang="es-SV" dirty="0">
                <a:latin typeface="Algerian" panose="04020705040A02060702" pitchFamily="82" charset="0"/>
              </a:rPr>
              <a:t> a </a:t>
            </a:r>
            <a:r>
              <a:rPr lang="es-SV" dirty="0" err="1">
                <a:latin typeface="Algerian" panose="04020705040A02060702" pitchFamily="82" charset="0"/>
              </a:rPr>
              <a:t>cademica</a:t>
            </a:r>
            <a:r>
              <a:rPr lang="es-SV" dirty="0">
                <a:latin typeface="Algerian" panose="04020705040A02060702" pitchFamily="82" charset="0"/>
              </a:rPr>
              <a:t>. 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Marcador de contenido 8">
                <a:extLst>
                  <a:ext uri="{FF2B5EF4-FFF2-40B4-BE49-F238E27FC236}">
                    <a16:creationId xmlns:a16="http://schemas.microsoft.com/office/drawing/2014/main" id="{2CD455DF-7AC9-37B5-A5C9-CD5DA035499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64733659"/>
                  </p:ext>
                </p:extLst>
              </p:nvPr>
            </p:nvGraphicFramePr>
            <p:xfrm>
              <a:off x="3589338" y="1573966"/>
              <a:ext cx="3897312" cy="444583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9" name="Marcador de contenido 8">
                <a:extLst>
                  <a:ext uri="{FF2B5EF4-FFF2-40B4-BE49-F238E27FC236}">
                    <a16:creationId xmlns:a16="http://schemas.microsoft.com/office/drawing/2014/main" id="{2CD455DF-7AC9-37B5-A5C9-CD5DA03549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9338" y="1573966"/>
                <a:ext cx="3897312" cy="4445833"/>
              </a:xfrm>
              <a:prstGeom prst="rect">
                <a:avLst/>
              </a:prstGeom>
            </p:spPr>
          </p:pic>
        </mc:Fallback>
      </mc:AlternateContent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22B0DA3-9897-EEDF-C874-7D9EB76C8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SV" sz="1600" dirty="0">
                <a:latin typeface="Algerian" panose="04020705040A02060702" pitchFamily="82" charset="0"/>
              </a:rPr>
              <a:t>Nombre:  eduardo </a:t>
            </a:r>
            <a:r>
              <a:rPr lang="es-SV" sz="1600" dirty="0" err="1">
                <a:latin typeface="Algerian" panose="04020705040A02060702" pitchFamily="82" charset="0"/>
              </a:rPr>
              <a:t>jose</a:t>
            </a:r>
            <a:r>
              <a:rPr lang="es-SV" sz="1600" dirty="0">
                <a:latin typeface="Algerian" panose="04020705040A02060702" pitchFamily="82" charset="0"/>
              </a:rPr>
              <a:t> </a:t>
            </a:r>
          </a:p>
          <a:p>
            <a:r>
              <a:rPr lang="es-SV" sz="1600" dirty="0">
                <a:latin typeface="Algerian" panose="04020705040A02060702" pitchFamily="82" charset="0"/>
              </a:rPr>
              <a:t>Fecha:11/2/2026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3AE80E8-9B81-13DA-2323-8791DEC05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589338" y="1847850"/>
            <a:ext cx="47625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1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20 </a:t>
            </a:r>
            <a:r>
              <a:rPr dirty="0" err="1">
                <a:latin typeface="Algerian" panose="04020705040A02060702" pitchFamily="82" charset="0"/>
              </a:rPr>
              <a:t>Diseños</a:t>
            </a:r>
            <a:r>
              <a:rPr dirty="0">
                <a:latin typeface="Algerian" panose="04020705040A02060702" pitchFamily="82" charset="0"/>
              </a:rPr>
              <a:t> de Sistemas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Cualidades</a:t>
            </a:r>
            <a:r>
              <a:rPr dirty="0">
                <a:solidFill>
                  <a:srgbClr val="FF0000"/>
                </a:solidFill>
              </a:rPr>
              <a:t>, </a:t>
            </a:r>
            <a:r>
              <a:rPr dirty="0" err="1">
                <a:solidFill>
                  <a:srgbClr val="FF0000"/>
                </a:solidFill>
              </a:rPr>
              <a:t>ventajas</a:t>
            </a:r>
            <a:r>
              <a:rPr dirty="0">
                <a:solidFill>
                  <a:srgbClr val="FF0000"/>
                </a:solidFill>
              </a:rPr>
              <a:t> y </a:t>
            </a:r>
            <a:r>
              <a:rPr dirty="0" err="1">
                <a:solidFill>
                  <a:srgbClr val="FF0000"/>
                </a:solidFill>
              </a:rPr>
              <a:t>desventajas</a:t>
            </a:r>
            <a:r>
              <a:rPr dirty="0">
                <a:solidFill>
                  <a:srgbClr val="FF0000"/>
                </a:solidFill>
              </a:rPr>
              <a:t> –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rPr dirty="0"/>
              <a:t>Sistema </a:t>
            </a:r>
            <a:r>
              <a:rPr dirty="0" err="1"/>
              <a:t>Operativo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154243"/>
            <a:ext cx="3898013" cy="4865557"/>
          </a:xfrm>
        </p:spPr>
        <p:txBody>
          <a:bodyPr>
            <a:no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Funciones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: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interfaz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 entre hardware y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usuario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Ventajas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: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estabilidad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,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seguridad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 y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multitarea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s-MX" sz="1800" dirty="0">
                <a:solidFill>
                  <a:srgbClr val="92D050"/>
                </a:solidFill>
                <a:latin typeface="Arial Black" panose="020B0A04020102020204" pitchFamily="34" charset="0"/>
              </a:rPr>
              <a:t>Cualidades: gestiona CPU, memoria, archivos y dispositivos.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Desventajas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: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consumo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 de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recursos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 y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dependencia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 del </a:t>
            </a:r>
            <a:r>
              <a:rPr sz="1800" dirty="0" err="1">
                <a:solidFill>
                  <a:srgbClr val="92D050"/>
                </a:solidFill>
                <a:latin typeface="Arial Black" panose="020B0A04020102020204" pitchFamily="34" charset="0"/>
              </a:rPr>
              <a:t>sistema</a:t>
            </a:r>
            <a:r>
              <a:rPr sz="1800" dirty="0">
                <a:solidFill>
                  <a:srgbClr val="92D050"/>
                </a:solidFill>
                <a:latin typeface="Arial Black" panose="020B0A04020102020204" pitchFamily="34" charset="0"/>
              </a:rPr>
              <a:t>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CBF01F-CE27-2BA2-1ADD-1A8383D8E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F3EDAB5-5874-1619-AA43-67B746339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129281"/>
            <a:ext cx="2551462" cy="2857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94C"/>
                </a:solidFill>
              </a:defRPr>
            </a:pPr>
            <a:r>
              <a:t>Sistema Distribuido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>
                <a:latin typeface="Arial Black" panose="020B0A04020102020204" pitchFamily="34" charset="0"/>
              </a:rPr>
              <a:t>Cualidades</a:t>
            </a:r>
            <a:r>
              <a:rPr dirty="0">
                <a:latin typeface="Arial Black" panose="020B0A04020102020204" pitchFamily="34" charset="0"/>
              </a:rPr>
              <a:t>: </a:t>
            </a:r>
            <a:r>
              <a:rPr dirty="0" err="1">
                <a:latin typeface="Arial Black" panose="020B0A04020102020204" pitchFamily="34" charset="0"/>
              </a:rPr>
              <a:t>múltiples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computadoras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trabajando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como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una</a:t>
            </a:r>
            <a:r>
              <a:rPr dirty="0">
                <a:latin typeface="Arial Black" panose="020B0A04020102020204" pitchFamily="34" charset="0"/>
              </a:rPr>
              <a:t> sola.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>
                <a:latin typeface="Arial Black" panose="020B0A04020102020204" pitchFamily="34" charset="0"/>
              </a:rPr>
              <a:t>Funciones</a:t>
            </a:r>
            <a:r>
              <a:rPr dirty="0">
                <a:latin typeface="Arial Black" panose="020B0A04020102020204" pitchFamily="34" charset="0"/>
              </a:rPr>
              <a:t>: </a:t>
            </a:r>
            <a:r>
              <a:rPr dirty="0" err="1">
                <a:latin typeface="Arial Black" panose="020B0A04020102020204" pitchFamily="34" charset="0"/>
              </a:rPr>
              <a:t>procesamiento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paralelo</a:t>
            </a:r>
            <a:r>
              <a:rPr dirty="0">
                <a:latin typeface="Arial Black" panose="020B0A04020102020204" pitchFamily="34" charset="0"/>
              </a:rPr>
              <a:t> y </a:t>
            </a:r>
            <a:r>
              <a:rPr dirty="0" err="1">
                <a:latin typeface="Arial Black" panose="020B0A04020102020204" pitchFamily="34" charset="0"/>
              </a:rPr>
              <a:t>tolerancia</a:t>
            </a:r>
            <a:r>
              <a:rPr dirty="0">
                <a:latin typeface="Arial Black" panose="020B0A04020102020204" pitchFamily="34" charset="0"/>
              </a:rPr>
              <a:t> a </a:t>
            </a:r>
            <a:r>
              <a:rPr dirty="0" err="1">
                <a:latin typeface="Arial Black" panose="020B0A04020102020204" pitchFamily="34" charset="0"/>
              </a:rPr>
              <a:t>fallos</a:t>
            </a:r>
            <a:r>
              <a:rPr dirty="0">
                <a:latin typeface="Arial Black" panose="020B0A04020102020204" pitchFamily="34" charset="0"/>
              </a:rPr>
              <a:t>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>
                <a:latin typeface="Arial Black" panose="020B0A04020102020204" pitchFamily="34" charset="0"/>
              </a:rPr>
              <a:t>Ventajas</a:t>
            </a:r>
            <a:r>
              <a:rPr dirty="0">
                <a:latin typeface="Arial Black" panose="020B0A04020102020204" pitchFamily="34" charset="0"/>
              </a:rPr>
              <a:t>: </a:t>
            </a:r>
            <a:r>
              <a:rPr dirty="0" err="1">
                <a:latin typeface="Arial Black" panose="020B0A04020102020204" pitchFamily="34" charset="0"/>
              </a:rPr>
              <a:t>escalabilidad</a:t>
            </a:r>
            <a:r>
              <a:rPr dirty="0">
                <a:latin typeface="Arial Black" panose="020B0A04020102020204" pitchFamily="34" charset="0"/>
              </a:rPr>
              <a:t> y </a:t>
            </a:r>
            <a:r>
              <a:rPr dirty="0" err="1">
                <a:latin typeface="Arial Black" panose="020B0A04020102020204" pitchFamily="34" charset="0"/>
              </a:rPr>
              <a:t>alta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disponibilidad</a:t>
            </a:r>
            <a:r>
              <a:rPr dirty="0">
                <a:latin typeface="Arial Black" panose="020B0A04020102020204" pitchFamily="34" charset="0"/>
              </a:rPr>
              <a:t>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>
                <a:latin typeface="Arial Black" panose="020B0A04020102020204" pitchFamily="34" charset="0"/>
              </a:rPr>
              <a:t>Desventajas</a:t>
            </a:r>
            <a:r>
              <a:rPr dirty="0">
                <a:latin typeface="Arial Black" panose="020B0A04020102020204" pitchFamily="34" charset="0"/>
              </a:rPr>
              <a:t>: </a:t>
            </a:r>
            <a:r>
              <a:rPr dirty="0" err="1">
                <a:latin typeface="Arial Black" panose="020B0A04020102020204" pitchFamily="34" charset="0"/>
              </a:rPr>
              <a:t>complejidad</a:t>
            </a:r>
            <a:r>
              <a:rPr dirty="0">
                <a:latin typeface="Arial Black" panose="020B0A04020102020204" pitchFamily="34" charset="0"/>
              </a:rPr>
              <a:t> y </a:t>
            </a:r>
            <a:r>
              <a:rPr dirty="0" err="1">
                <a:latin typeface="Arial Black" panose="020B0A04020102020204" pitchFamily="34" charset="0"/>
              </a:rPr>
              <a:t>latencia</a:t>
            </a:r>
            <a:r>
              <a:rPr dirty="0">
                <a:latin typeface="Arial Black" panose="020B0A04020102020204" pitchFamily="34" charset="0"/>
              </a:rPr>
              <a:t> de red.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621F95-F4AD-4D1B-C06F-5C4D8B728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9B750C9-347A-EF31-D34E-D6F5D30CC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017328"/>
            <a:ext cx="2551462" cy="3119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CC6600"/>
                </a:solidFill>
              </a:defRPr>
            </a:pPr>
            <a:r>
              <a:rPr dirty="0"/>
              <a:t>Sistema </a:t>
            </a:r>
            <a:r>
              <a:rPr dirty="0" err="1"/>
              <a:t>Embebido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integrado en dispositivos electrónicos.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control específico del hardware.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eficiencia energética y tamaño reducido.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difícil actualización o expansión.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43A75B-25D9-C0C0-E8CA-F62191E9F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1A18A9-838F-C6D2-B6D4-D19CBF7E1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2000" y="3076574"/>
            <a:ext cx="2655903" cy="2948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990099"/>
                </a:solidFill>
              </a:defRPr>
            </a:pPr>
            <a:r>
              <a:t>Sistema en Tiempo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respuesta dentro de límites temporales estrictos.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control industrial, médico o aeronáutico.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alta precisión y confiabilidad.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desarrollo costoso y complejo.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A9C12C-73A5-8EC8-DF04-D8DDC119D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905BEF-9FE9-AF34-98EE-979DD4087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4772" y="3080563"/>
            <a:ext cx="2714625" cy="2857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999"/>
                </a:solidFill>
              </a:defRPr>
            </a:pPr>
            <a:r>
              <a:t>Cliente–Servidor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separación entre proveedor y consumidor.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centralización de datos y servicios.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control, seguridad y mantenimiento sencillo.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punto único de fallo.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556AEA-8A7C-05CB-77C6-215E052B3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CBC3A7-A5DE-E9B9-4C73-BB75E562C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129280"/>
            <a:ext cx="2551462" cy="289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rPr dirty="0"/>
              <a:t>Peer-to-Peer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nodos con roles equivalentes.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intercambio directo de datos.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descentralización y tolerancia a fallos.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seguridad y control limitados.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2FDB13-BE83-8E38-6991-BCC711BAE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5FC6881-DA23-0BF3-CF7D-4B31E7DED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86162" y="3438525"/>
            <a:ext cx="1905000" cy="2586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94C"/>
                </a:solidFill>
              </a:defRPr>
            </a:pPr>
            <a:r>
              <a:rPr dirty="0"/>
              <a:t>Sistema </a:t>
            </a:r>
            <a:r>
              <a:rPr dirty="0" err="1"/>
              <a:t>Monolítico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/>
              <a:t>Cualidades</a:t>
            </a:r>
            <a:r>
              <a:rPr dirty="0"/>
              <a:t>: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solo </a:t>
            </a:r>
            <a:r>
              <a:rPr dirty="0" err="1"/>
              <a:t>bloque</a:t>
            </a:r>
            <a:r>
              <a:rPr dirty="0"/>
              <a:t>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/>
              <a:t>Funciones</a:t>
            </a:r>
            <a:r>
              <a:rPr dirty="0"/>
              <a:t>: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módulos</a:t>
            </a:r>
            <a:r>
              <a:rPr dirty="0"/>
              <a:t> </a:t>
            </a:r>
            <a:r>
              <a:rPr dirty="0" err="1"/>
              <a:t>integrados</a:t>
            </a:r>
            <a:r>
              <a:rPr dirty="0"/>
              <a:t>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/>
              <a:t>Ventajas</a:t>
            </a:r>
            <a:r>
              <a:rPr dirty="0"/>
              <a:t>: </a:t>
            </a:r>
            <a:r>
              <a:rPr dirty="0" err="1"/>
              <a:t>desarrollo</a:t>
            </a:r>
            <a:r>
              <a:rPr dirty="0"/>
              <a:t> simple y </a:t>
            </a:r>
            <a:r>
              <a:rPr dirty="0" err="1"/>
              <a:t>rápido</a:t>
            </a:r>
            <a:r>
              <a:rPr dirty="0"/>
              <a:t>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/>
              <a:t>Desventajas</a:t>
            </a:r>
            <a:r>
              <a:rPr dirty="0"/>
              <a:t>: </a:t>
            </a:r>
            <a:r>
              <a:rPr dirty="0" err="1"/>
              <a:t>difícil</a:t>
            </a:r>
            <a:r>
              <a:rPr dirty="0"/>
              <a:t> </a:t>
            </a:r>
            <a:r>
              <a:rPr dirty="0" err="1"/>
              <a:t>mantenimiento</a:t>
            </a:r>
            <a:r>
              <a:rPr dirty="0"/>
              <a:t> y </a:t>
            </a:r>
            <a:r>
              <a:rPr dirty="0" err="1"/>
              <a:t>escalabilidad</a:t>
            </a:r>
            <a:r>
              <a:rPr dirty="0"/>
              <a:t>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F05A44-10E6-DC5C-E70A-8E756F2A0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47473E-C132-6ABD-F76C-36E39D1CD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129281"/>
            <a:ext cx="2551462" cy="2681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CC6600"/>
                </a:solidFill>
              </a:defRPr>
            </a:pPr>
            <a:r>
              <a:rPr dirty="0" err="1"/>
              <a:t>Microservicios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aplicación dividida en servicios pequeños.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comunicación por APIs.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escalabilidad independiente.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complejidad de integración.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71D070-1528-57DA-CAA4-887A0C66D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3DCB4D-B2A2-04D3-69AB-100C289B9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4772" y="2895600"/>
            <a:ext cx="2974800" cy="3527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990099"/>
                </a:solidFill>
              </a:defRPr>
            </a:pPr>
            <a:r>
              <a:rPr dirty="0"/>
              <a:t>Sistema de </a:t>
            </a:r>
            <a:r>
              <a:rPr dirty="0" err="1"/>
              <a:t>Información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recopilación y procesamiento de datos.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apoyo a decisiones empresariales.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mejor organización y análisis.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dependencia tecnológica.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457279-6D1D-FC50-F740-B05A9527E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0865DD-60D3-568F-6B22-EB48901CA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129281"/>
            <a:ext cx="2551461" cy="2890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999"/>
                </a:solidFill>
              </a:defRPr>
            </a:pPr>
            <a:r>
              <a:rPr dirty="0"/>
              <a:t>Base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almacenamiento estructurado.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consultas, inserciones y seguridad.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organización y rapidez de acceso.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requiere administración constante.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3479A9-37F7-820D-81E4-56F7A866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033B585-A55C-779E-55AA-55AD72439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2" y="3129281"/>
            <a:ext cx="2551462" cy="30615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rPr dirty="0"/>
              <a:t>Sistema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acceso mediante navegador.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interacción cliente-servidor por internet.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acceso global y multiplataforma.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dependencia de conexión.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4952A1-86CD-FFCA-544B-DB730DB8B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7DEB16D-D5F2-8E88-AE71-6EA157426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129282"/>
            <a:ext cx="2551461" cy="28905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94C"/>
                </a:solidFill>
              </a:defRPr>
            </a:pPr>
            <a:r>
              <a:rPr dirty="0"/>
              <a:t>Sistema </a:t>
            </a:r>
            <a:r>
              <a:rPr dirty="0" err="1"/>
              <a:t>Móvil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diseñado para dispositivos portátiles.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aplicaciones optimizadas.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portabilidad y acceso inmediato.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limitaciones de hardware.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E1D2B3-42D0-790F-EDF1-8490D4F41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F1EB48-813F-B870-A6D9-2B23B593D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129280"/>
            <a:ext cx="2551462" cy="2757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CC6600"/>
                </a:solidFill>
              </a:defRPr>
            </a:pPr>
            <a:r>
              <a:rPr dirty="0"/>
              <a:t>Sistema de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regula procesos automáticos.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monitoreo y ajuste continuo.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precisión y eficiencia.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costo inicial.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D4291E-480B-27A5-7479-92C9287B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4EE7AF-0BB0-F99B-93AD-ABB0A0684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2" y="3129281"/>
            <a:ext cx="2551461" cy="2890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990099"/>
                </a:solidFill>
              </a:defRPr>
            </a:pPr>
            <a:r>
              <a:rPr dirty="0"/>
              <a:t>Sistema de Redes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interconexión de dispositivos.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transmisión de datos.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comunicación rápida.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vulnerabilidades de seguridad.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24D3CE-B47B-A2D2-F164-B053148CA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2D85B0-2E0A-C462-37F3-DAA0B1234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129281"/>
            <a:ext cx="2551462" cy="3069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999"/>
                </a:solidFill>
              </a:defRPr>
            </a:pPr>
            <a:r>
              <a:t>Sistema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protección de información.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autenticación y cifrado.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confidencialidad e integridad.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costos de implementación.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1A0C10-B38B-4ADC-C5A5-3AA4AEB37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BCAB76-A064-FE0A-E378-0594F4894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0694" y="3124201"/>
            <a:ext cx="2637209" cy="289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rPr dirty="0"/>
              <a:t>Sistema de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aprendizaje automático.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análisis y predicción.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automatización inteligente.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requiere grandes volúmenes de datos.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C54C6B-BF64-34E8-5392-848D6214A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57F879-A51B-0C51-3986-A2CBA2A03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2" y="3124200"/>
            <a:ext cx="2551461" cy="289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94C"/>
                </a:solidFill>
              </a:defRPr>
            </a:pPr>
            <a:r>
              <a:rPr dirty="0" err="1"/>
              <a:t>Computación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Nube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servicios remotos por internet.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almacenamiento y procesamiento.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escalabilidad y ahorro de costos.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dependencia de conexión.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D6D030-48D5-5740-844F-51E26A061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E8A2C1-09DD-246B-8C5A-EE702A7FA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2000" y="3129281"/>
            <a:ext cx="2655903" cy="2895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CC6600"/>
                </a:solidFill>
              </a:defRPr>
            </a:pPr>
            <a:r>
              <a:rPr dirty="0"/>
              <a:t>Comercio </a:t>
            </a:r>
            <a:r>
              <a:rPr dirty="0" err="1"/>
              <a:t>Electrónico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transacciones en línea.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ventas y pagos digitales.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alcance global.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riesgos de fraude.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A65B3E-E4C2-F700-5071-CE1AE2F95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6C0DDD-76A2-79B4-B136-3E992E776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41" y="3129281"/>
            <a:ext cx="2551461" cy="2890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990099"/>
                </a:solidFill>
              </a:defRPr>
            </a:pPr>
            <a:r>
              <a:rPr dirty="0"/>
              <a:t>ERP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integración de procesos empresariales.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finanzas, inventario y recursos humanos.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control centralizado.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implementación costosa.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3830D9-2D76-01C9-ED7D-A71CBAFBF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F5E350-14AF-B92D-463B-4C715EC2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4948" y="3124201"/>
            <a:ext cx="2722955" cy="2895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9999"/>
                </a:solidFill>
              </a:defRPr>
            </a:pPr>
            <a:r>
              <a:rPr dirty="0"/>
              <a:t>CMS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Cualidades: gestión de contenido web.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Funciones: edición y publicación.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Ventajas: facilidad de uso.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Desventajas: riesgos de seguridad.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5279BF-658B-7C9E-1BF3-D09571587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5C57FB7-2E2C-C3D6-639A-ED6A3987B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4947" y="3129280"/>
            <a:ext cx="2722956" cy="289559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7C7DC8-4ECA-C87B-D33C-090D8EFB2000}"/>
              </a:ext>
            </a:extLst>
          </p:cNvPr>
          <p:cNvSpPr txBox="1"/>
          <p:nvPr/>
        </p:nvSpPr>
        <p:spPr>
          <a:xfrm>
            <a:off x="694947" y="6024880"/>
            <a:ext cx="25514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SV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cuadro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2830</TotalTime>
  <Words>616</Words>
  <Application>Microsoft Office PowerPoint</Application>
  <PresentationFormat>Presentación en pantalla (4:3)</PresentationFormat>
  <Paragraphs>105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Algerian</vt:lpstr>
      <vt:lpstr>Arial</vt:lpstr>
      <vt:lpstr>Arial Black</vt:lpstr>
      <vt:lpstr>Rockwell</vt:lpstr>
      <vt:lpstr>Tw Cen MT</vt:lpstr>
      <vt:lpstr>Wingdings 3</vt:lpstr>
      <vt:lpstr>Ion</vt:lpstr>
      <vt:lpstr>Presentacion a cademica. </vt:lpstr>
      <vt:lpstr>20 Diseños de Sistemas</vt:lpstr>
      <vt:lpstr>Sistema Operativo</vt:lpstr>
      <vt:lpstr>Sistema Distribuido</vt:lpstr>
      <vt:lpstr>Sistema Embebido</vt:lpstr>
      <vt:lpstr>Sistema en Tiempo Real</vt:lpstr>
      <vt:lpstr>Cliente–Servidor</vt:lpstr>
      <vt:lpstr>Peer-to-Peer</vt:lpstr>
      <vt:lpstr>Sistema Monolítico</vt:lpstr>
      <vt:lpstr>Microservicios</vt:lpstr>
      <vt:lpstr>Sistema de Información</vt:lpstr>
      <vt:lpstr>Base de Datos</vt:lpstr>
      <vt:lpstr>Sistema Web</vt:lpstr>
      <vt:lpstr>Sistema Móvil</vt:lpstr>
      <vt:lpstr>Sistema de Control</vt:lpstr>
      <vt:lpstr>Sistema de Redes</vt:lpstr>
      <vt:lpstr>Sistema de Seguridad</vt:lpstr>
      <vt:lpstr>Sistema de IA</vt:lpstr>
      <vt:lpstr>Computación en la Nube</vt:lpstr>
      <vt:lpstr>Comercio Electrónico</vt:lpstr>
      <vt:lpstr>ERP</vt:lpstr>
      <vt:lpstr>CMS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eduardo garcia</cp:lastModifiedBy>
  <cp:revision>1</cp:revision>
  <dcterms:created xsi:type="dcterms:W3CDTF">2013-01-27T09:14:16Z</dcterms:created>
  <dcterms:modified xsi:type="dcterms:W3CDTF">2026-02-24T16:12:20Z</dcterms:modified>
  <cp:category/>
</cp:coreProperties>
</file>