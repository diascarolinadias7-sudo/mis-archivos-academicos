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170768" y="213023"/>
            <a:ext cx="8480534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669071" y="4714242"/>
            <a:ext cx="4607740" cy="942356"/>
          </a:xfrm>
        </p:spPr>
        <p:txBody>
          <a:bodyPr/>
          <a:lstStyle>
            <a:lvl1pPr algn="ctr">
              <a:defRPr sz="4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12134" y="4954635"/>
            <a:ext cx="2987069" cy="918361"/>
          </a:xfrm>
        </p:spPr>
        <p:txBody>
          <a:bodyPr vert="horz" lIns="91440" tIns="45720" rIns="91440" bIns="45720" rtlCol="0" anchor="ctr"/>
          <a:lstStyle>
            <a:lvl1pPr algn="r">
              <a:defRPr lang="en-US" sz="42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401518" y="3819948"/>
            <a:ext cx="680390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33" name="5-Point Star 32"/>
          <p:cNvSpPr/>
          <p:nvPr/>
        </p:nvSpPr>
        <p:spPr>
          <a:xfrm rot="21420000">
            <a:off x="3121951" y="5057183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16986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140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546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238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35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512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340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950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387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883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4613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4280" y="8878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7147" y="290648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69906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9479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5119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5878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191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5487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898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1"/>
            <a:ext cx="9004013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063396"/>
            <a:ext cx="7797662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5757334"/>
            <a:ext cx="283845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5757334"/>
            <a:ext cx="412478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5757334"/>
            <a:ext cx="68039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480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  <p:sldLayoutId id="214748375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Tipos de Metodologías de Desarrollo de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Cascada vs Ágil y Scrum Básico</a:t>
            </a:r>
          </a:p>
          <a:p>
            <a:r>
              <a:t>Presentación – Desarrollo de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Las metodologías de desarrollo de software son procesos utilizados para planificar, diseñar, desarrollar y mantener sistemas informáticos. Permiten organizar el trabajo del equipo, mejorar la calidad del software y cumplir con los requisitos del cliente.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Metodología Cascada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 un modelo tradicional donde el desarrollo del sistema se realiza de forma secuencial. Cada etapa debe completarse antes de iniciar la siguiente.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Etapas de la Metodología Cascada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Análisis de requisitos</a:t>
            </a:r>
          </a:p>
          <a:p>
            <a:r>
              <a:t>2. Diseño del sistema</a:t>
            </a:r>
          </a:p>
          <a:p>
            <a:r>
              <a:t>3. Implementación</a:t>
            </a:r>
          </a:p>
          <a:p>
            <a:r>
              <a:t>4. Pruebas</a:t>
            </a:r>
          </a:p>
          <a:p>
            <a:r>
              <a:t>5. Mantenimiento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Ventajas de la Metodología Cascada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Fácil de entender y aplicar</a:t>
            </a:r>
          </a:p>
          <a:p>
            <a:r>
              <a:t>• Buena documentación</a:t>
            </a:r>
          </a:p>
          <a:p>
            <a:r>
              <a:t>• Ideal para proyectos con requisitos claros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Desventajas de la Metodología Cascada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Difícil realizar cambios</a:t>
            </a:r>
          </a:p>
          <a:p>
            <a:r>
              <a:t>• Los errores se detectan tarde</a:t>
            </a:r>
          </a:p>
          <a:p>
            <a:r>
              <a:t>• No es flexible durante el desarrollo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Metodología Ágil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 un enfoque moderno que permite desarrollar software de forma flexible y colaborativa. El proyecto se divide en pequeñas partes llamadas iteraciones o sprints.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de la Metodología Ágil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Desarrollo en ciclos cortos</a:t>
            </a:r>
          </a:p>
          <a:p>
            <a:r>
              <a:t>• Comunicación constante con el cliente</a:t>
            </a:r>
          </a:p>
          <a:p>
            <a:r>
              <a:t>• Adaptación a cambios</a:t>
            </a:r>
          </a:p>
          <a:p>
            <a:r>
              <a:t>• Entrega continua de mejoras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Cascada vs Ágil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Cascada:</a:t>
            </a:r>
          </a:p>
          <a:p>
            <a:r>
              <a:t>Proceso secuencial, poca flexibilidad, entrega final.</a:t>
            </a:r>
          </a:p>
          <a:p>
            <a:endParaRPr/>
          </a:p>
          <a:p>
            <a:r>
              <a:t>Ágil:</a:t>
            </a:r>
          </a:p>
          <a:p>
            <a:r>
              <a:t>Proceso iterativo, flexible, entregas continuas.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Roles en Scrum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Product Owner: define los requisitos del producto</a:t>
            </a:r>
          </a:p>
          <a:p>
            <a:r>
              <a:t>• Scrum Master: coordina el proceso Scrum</a:t>
            </a:r>
          </a:p>
          <a:p>
            <a:r>
              <a:t>• Equipo de Desarrollo: crea el software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Scrum Básico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Scrum es un marco de trabajo dentro de la metodología ágil que ayuda a los equipos a desarrollar software de manera organizada mediante ciclos de trabajo llamados sprints.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Eventos de Scrum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Sprint</a:t>
            </a:r>
          </a:p>
          <a:p>
            <a:r>
              <a:t>• Sprint Planning</a:t>
            </a:r>
          </a:p>
          <a:p>
            <a:r>
              <a:t>• Daily Scrum</a:t>
            </a:r>
          </a:p>
          <a:p>
            <a:r>
              <a:t>• Sprint Review</a:t>
            </a:r>
          </a:p>
          <a:p>
            <a:r>
              <a:t>• Sprint Retrospective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Las metodologías de desarrollo ayudan a organizar el trabajo y mejorar la calidad del software. Cascada es más tradicional y estructurada, mientras que Ágil y Scrum permiten mayor flexibilidad y adaptación a los cambios del proyecto.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Evento principal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TM04033927[[fn=Evento principal]]</Template>
  <TotalTime>2</TotalTime>
  <Words>346</Words>
  <Application>Microsoft Office PowerPoint</Application>
  <PresentationFormat>Presentación en pantalla (4:3)</PresentationFormat>
  <Paragraphs>48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Impact</vt:lpstr>
      <vt:lpstr>Evento principal</vt:lpstr>
      <vt:lpstr>Tipos de Metodologías de Desarrollo de Software</vt:lpstr>
      <vt:lpstr>Introducción</vt:lpstr>
      <vt:lpstr>Metodología Cascada</vt:lpstr>
      <vt:lpstr>Etapas de la Metodología Cascada</vt:lpstr>
      <vt:lpstr>Ventajas de la Metodología Cascada</vt:lpstr>
      <vt:lpstr>Desventajas de la Metodología Cascada</vt:lpstr>
      <vt:lpstr>Metodología Ágil</vt:lpstr>
      <vt:lpstr>Características de la Metodología Ágil</vt:lpstr>
      <vt:lpstr>Cascada vs Ágil</vt:lpstr>
      <vt:lpstr>Roles en Scrum</vt:lpstr>
      <vt:lpstr>Scrum Básico</vt:lpstr>
      <vt:lpstr>Eventos de Scrum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eduardo garcia</cp:lastModifiedBy>
  <cp:revision>2</cp:revision>
  <dcterms:created xsi:type="dcterms:W3CDTF">2013-01-27T09:14:16Z</dcterms:created>
  <dcterms:modified xsi:type="dcterms:W3CDTF">2026-03-09T19:20:44Z</dcterms:modified>
  <cp:category/>
</cp:coreProperties>
</file>