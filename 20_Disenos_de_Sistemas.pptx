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20 Diseños de Sistemas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Cualidades, ventajas y desventajas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Sistema Operativo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Cualidades: gestiona hardware.</a:t>
            </a:r>
          </a:p>
          <a:p>
            <a:r>
              <a:t>Ventajas: estabilidad y control.</a:t>
            </a:r>
          </a:p>
          <a:p>
            <a:r>
              <a:t>Desventajas: consumo de recursos.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Sistema Distribuido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Cualidades: nodos conectados.</a:t>
            </a:r>
          </a:p>
          <a:p>
            <a:r>
              <a:t>Ventajas: escalabilidad.</a:t>
            </a:r>
          </a:p>
          <a:p>
            <a:r>
              <a:t>Desventajas: complejidad.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Sistema Embebido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Cualidades: integrado en dispositivos.</a:t>
            </a:r>
          </a:p>
          <a:p>
            <a:r>
              <a:t>Ventajas: eficiencia.</a:t>
            </a:r>
          </a:p>
          <a:p>
            <a:r>
              <a:t>Desventajas: poca flexibilidad.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Sistema en Tiempo Real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Cualidades: respuestas rápidas.</a:t>
            </a:r>
          </a:p>
          <a:p>
            <a:r>
              <a:t>Ventajas: precisión.</a:t>
            </a:r>
          </a:p>
          <a:p>
            <a:r>
              <a:t>Desventajas: alto costo.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Sistema Cliente‑Servidor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Cualidades: roles definidos.</a:t>
            </a:r>
          </a:p>
          <a:p>
            <a:r>
              <a:t>Ventajas: control central.</a:t>
            </a:r>
          </a:p>
          <a:p>
            <a:r>
              <a:t>Desventajas: dependencia del servidor.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Sistema Peer‑to‑Peer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Cualidades: nodos iguales.</a:t>
            </a:r>
          </a:p>
          <a:p>
            <a:r>
              <a:t>Ventajas: descentralización.</a:t>
            </a:r>
          </a:p>
          <a:p>
            <a:r>
              <a:t>Desventajas: seguridad variable.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Sistema Monolítico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Cualidades: estructura única.</a:t>
            </a:r>
          </a:p>
          <a:p>
            <a:r>
              <a:t>Ventajas: simple.</a:t>
            </a:r>
          </a:p>
          <a:p>
            <a:r>
              <a:t>Desventajas: difícil de escalar.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Sistema de Microservicios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Cualidades: servicios pequeños.</a:t>
            </a:r>
          </a:p>
          <a:p>
            <a:r>
              <a:t>Ventajas: escalabilidad.</a:t>
            </a:r>
          </a:p>
          <a:p>
            <a:r>
              <a:t>Desventajas: gestión compleja.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Sistema de Información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Cualidades: procesa datos.</a:t>
            </a:r>
          </a:p>
          <a:p>
            <a:r>
              <a:t>Ventajas: apoyo a decisiones.</a:t>
            </a:r>
          </a:p>
          <a:p>
            <a:r>
              <a:t>Desventajas: dependencia tecnológica.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Sistema de Base de Datos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Cualidades: almacena datos.</a:t>
            </a:r>
          </a:p>
          <a:p>
            <a:r>
              <a:t>Ventajas: organización.</a:t>
            </a:r>
          </a:p>
          <a:p>
            <a:r>
              <a:t>Desventajas: mantenimiento.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Sistema Web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Cualidades: acceso por navegador.</a:t>
            </a:r>
          </a:p>
          <a:p>
            <a:r>
              <a:t>Ventajas: accesibilidad.</a:t>
            </a:r>
          </a:p>
          <a:p>
            <a:r>
              <a:t>Desventajas: depende de internet.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Sistema Móvil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Cualidades: en smartphones.</a:t>
            </a:r>
          </a:p>
          <a:p>
            <a:r>
              <a:t>Ventajas: portabilidad.</a:t>
            </a:r>
          </a:p>
          <a:p>
            <a:r>
              <a:t>Desventajas: limitaciones de batería.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Sistema de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Cualidades: regula procesos.</a:t>
            </a:r>
          </a:p>
          <a:p>
            <a:r>
              <a:t>Ventajas: precisión.</a:t>
            </a:r>
          </a:p>
          <a:p>
            <a:r>
              <a:t>Desventajas: costo inicial.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Sistema de Redes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Cualidades: conecta dispositivos.</a:t>
            </a:r>
          </a:p>
          <a:p>
            <a:r>
              <a:t>Ventajas: comunicación.</a:t>
            </a:r>
          </a:p>
          <a:p>
            <a:r>
              <a:t>Desventajas: vulnerabilidades.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Sistema de Seguridad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Cualidades: protege datos.</a:t>
            </a:r>
          </a:p>
          <a:p>
            <a:r>
              <a:t>Ventajas: confidencialidad.</a:t>
            </a:r>
          </a:p>
          <a:p>
            <a:r>
              <a:t>Desventajas: costos.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Sistema de Inteligencia Artificial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Cualidades: aprende de datos.</a:t>
            </a:r>
          </a:p>
          <a:p>
            <a:r>
              <a:t>Ventajas: automatización.</a:t>
            </a:r>
          </a:p>
          <a:p>
            <a:r>
              <a:t>Desventajas: requiere muchos datos.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Sistema de Computación en la Nube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Cualidades: servicios remotos.</a:t>
            </a:r>
          </a:p>
          <a:p>
            <a:r>
              <a:t>Ventajas: escalabilidad.</a:t>
            </a:r>
          </a:p>
          <a:p>
            <a:r>
              <a:t>Desventajas: dependencia de internet.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Sistema de Comercio Electrónico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Cualidades: ventas en línea.</a:t>
            </a:r>
          </a:p>
          <a:p>
            <a:r>
              <a:t>Ventajas: alcance global.</a:t>
            </a:r>
          </a:p>
          <a:p>
            <a:r>
              <a:t>Desventajas: riesgos de fraude.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Sistema de Gestión Empresarial (ERP)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Cualidades: integra procesos.</a:t>
            </a:r>
          </a:p>
          <a:p>
            <a:r>
              <a:t>Ventajas: control total.</a:t>
            </a:r>
          </a:p>
          <a:p>
            <a:r>
              <a:t>Desventajas: implementación costosa.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Sistema de Gestión de Contenidos (CMS)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Cualidades: administra contenido.</a:t>
            </a:r>
          </a:p>
          <a:p>
            <a:r>
              <a:t>Ventajas: fácil publicación.</a:t>
            </a:r>
          </a:p>
          <a:p>
            <a:r>
              <a:t>Desventajas: seguridad variable.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