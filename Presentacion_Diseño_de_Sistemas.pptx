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583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127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662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013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149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361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810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031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945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120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6097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107374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8708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248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7988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5145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510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12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>
                <a:latin typeface="Algerian" panose="04020705040A02060702" pitchFamily="82" charset="0"/>
              </a:rPr>
              <a:t>Diseño</a:t>
            </a:r>
            <a:r>
              <a:rPr dirty="0">
                <a:latin typeface="Algerian" panose="04020705040A02060702" pitchFamily="82" charset="0"/>
              </a:rPr>
              <a:t> de Sistemas </a:t>
            </a:r>
            <a:r>
              <a:rPr dirty="0" err="1">
                <a:latin typeface="Algerian" panose="04020705040A02060702" pitchFamily="82" charset="0"/>
              </a:rPr>
              <a:t>Informáticos</a:t>
            </a:r>
            <a:endParaRPr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Rol del Analista y Metodologías de Desarrollo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solidFill>
                  <a:srgbClr val="FFFF00"/>
                </a:solidFill>
              </a:rPr>
              <a:t>Rol del </a:t>
            </a:r>
            <a:r>
              <a:rPr dirty="0" err="1">
                <a:solidFill>
                  <a:srgbClr val="FFFF00"/>
                </a:solidFill>
              </a:rPr>
              <a:t>Analista</a:t>
            </a:r>
            <a:r>
              <a:rPr dirty="0">
                <a:solidFill>
                  <a:srgbClr val="FFFF00"/>
                </a:solidFill>
              </a:rPr>
              <a:t> de </a:t>
            </a:r>
            <a:r>
              <a:rPr dirty="0" err="1">
                <a:solidFill>
                  <a:srgbClr val="FFFF00"/>
                </a:solidFill>
              </a:rPr>
              <a:t>Diseño</a:t>
            </a:r>
            <a:r>
              <a:rPr dirty="0">
                <a:solidFill>
                  <a:srgbClr val="FFFF00"/>
                </a:solidFill>
              </a:rPr>
              <a:t> de Sistemas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3"/>
            <a:r>
              <a:rPr sz="2800" dirty="0" err="1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Profesional</a:t>
            </a:r>
            <a:r>
              <a:rPr sz="28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 err="1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encargado</a:t>
            </a:r>
            <a:r>
              <a:rPr sz="28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2800" dirty="0" err="1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analizar</a:t>
            </a:r>
            <a:r>
              <a:rPr sz="28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2800" dirty="0" err="1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diseñar</a:t>
            </a:r>
            <a:r>
              <a:rPr sz="28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sz="2800" dirty="0" err="1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estructurar</a:t>
            </a:r>
            <a:r>
              <a:rPr sz="28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 err="1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sistemas</a:t>
            </a:r>
            <a:r>
              <a:rPr sz="28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 err="1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informáticos</a:t>
            </a:r>
            <a:r>
              <a:rPr sz="28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4"/>
            <a:r>
              <a:rPr sz="2800" dirty="0" err="1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Actúa</a:t>
            </a:r>
            <a:r>
              <a:rPr sz="28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 err="1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sz="28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enlace entre </a:t>
            </a:r>
            <a:r>
              <a:rPr sz="2800" dirty="0" err="1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usuarios</a:t>
            </a:r>
            <a:r>
              <a:rPr sz="28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sz="2800" dirty="0" err="1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desarrolladores</a:t>
            </a:r>
            <a:r>
              <a:rPr sz="28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4"/>
            <a:r>
              <a:rPr sz="2800" dirty="0" err="1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Transforma</a:t>
            </a:r>
            <a:r>
              <a:rPr sz="28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 err="1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necesidades</a:t>
            </a:r>
            <a:r>
              <a:rPr sz="28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 err="1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empresariales</a:t>
            </a:r>
            <a:r>
              <a:rPr sz="28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 err="1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8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 err="1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soluciones</a:t>
            </a:r>
            <a:r>
              <a:rPr sz="28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 err="1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tecnológicas</a:t>
            </a:r>
            <a:r>
              <a:rPr sz="28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Funciones Principales del Analista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Recopilación y análisis de requerimientos.</a:t>
            </a:r>
          </a:p>
          <a:p>
            <a:pPr lvl="1"/>
            <a:r>
              <a:t>Elaboración de modelos y diagramas (UML, flujo de datos).</a:t>
            </a:r>
          </a:p>
          <a:p>
            <a:pPr lvl="1"/>
            <a:r>
              <a:t>Diseño lógico y físico del sistema.</a:t>
            </a:r>
          </a:p>
          <a:p>
            <a:pPr lvl="1"/>
            <a:r>
              <a:t>Evaluación de viabilidad técnica y económica.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Importancia en el Diseño de Sistemas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Garantiza que el sistema cumpla objetivos organizacionales.</a:t>
            </a:r>
          </a:p>
          <a:p>
            <a:pPr lvl="1"/>
            <a:r>
              <a:t>Reduce riesgos y errores en el desarrollo.</a:t>
            </a:r>
          </a:p>
          <a:p>
            <a:pPr lvl="1"/>
            <a:r>
              <a:t>Optimiza recursos y tiempos del proyecto.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Metodologías en el Diseño de Sistemas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Definen cómo se organiza y gestiona el desarrollo del sistema.</a:t>
            </a:r>
          </a:p>
          <a:p>
            <a:pPr lvl="1"/>
            <a:r>
              <a:t>Permiten estructurar fases, tareas y responsabilidades.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Metodología Cascada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Modelo secuencial y estructurado.</a:t>
            </a:r>
          </a:p>
          <a:p>
            <a:pPr lvl="1"/>
            <a:r>
              <a:t>Fases: análisis, diseño, desarrollo, pruebas e implementación.</a:t>
            </a:r>
          </a:p>
          <a:p>
            <a:pPr lvl="1"/>
            <a:r>
              <a:t>Requiere requisitos definidos desde el inicio.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Ventajas y Desventajas - Cascada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Ventaja: planificación clara y documentación detallada.</a:t>
            </a:r>
          </a:p>
          <a:p>
            <a:pPr lvl="1"/>
            <a:r>
              <a:t>Desventaja: poca flexibilidad ante cambios.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Metodología Ágil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Modelo iterativo e incremental.</a:t>
            </a:r>
          </a:p>
          <a:p>
            <a:pPr lvl="1"/>
            <a:r>
              <a:t>Entrega el sistema en pequeñas partes funcionales.</a:t>
            </a:r>
          </a:p>
          <a:p>
            <a:pPr lvl="1"/>
            <a:r>
              <a:t>Permite adaptación constante a cambios.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Ventajas y Desventajas - Ágil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Ventaja: alta flexibilidad y retroalimentación continua.</a:t>
            </a:r>
          </a:p>
          <a:p>
            <a:pPr lvl="1"/>
            <a:r>
              <a:t>Desventaja: puede requerir mayor compromiso del equipo.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Scrum Básico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Marco de trabajo ágil para el desarrollo de sistemas.</a:t>
            </a:r>
          </a:p>
          <a:p>
            <a:pPr lvl="1"/>
            <a:r>
              <a:t>Organiza el trabajo en ciclos llamados Sprints (2 a 4 semanas).</a:t>
            </a:r>
          </a:p>
          <a:p>
            <a:pPr lvl="1"/>
            <a:r>
              <a:t>Entrega incrementos funcionales del sistema.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Roles en Scrum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 Owner: prioriza requerimientos.</a:t>
            </a:r>
          </a:p>
          <a:p>
            <a:pPr lvl="1"/>
            <a:r>
              <a:t>Scrum Master: facilita el proceso.</a:t>
            </a:r>
          </a:p>
          <a:p>
            <a:pPr lvl="1"/>
            <a:r>
              <a:t>Equipo de desarrollo: construye el sistema.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Eventos y Artefactos en Scrum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Eventos: Sprint Planning, Daily Scrum, Review y Retrospective.</a:t>
            </a:r>
          </a:p>
          <a:p>
            <a:pPr lvl="1"/>
            <a:r>
              <a:t>Artefactos: Product Backlog, Sprint Backlog e Incremento.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izarra">
  <a:themeElements>
    <a:clrScheme name="Pizarr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Pizarr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izarr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TM04033929[[fn=Pizarra]]</Template>
  <TotalTime>853</TotalTime>
  <Words>305</Words>
  <Application>Microsoft Office PowerPoint</Application>
  <PresentationFormat>Presentación en pantalla (4:3)</PresentationFormat>
  <Paragraphs>43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Algerian</vt:lpstr>
      <vt:lpstr>Arial</vt:lpstr>
      <vt:lpstr>Calisto MT</vt:lpstr>
      <vt:lpstr>Wingdings 2</vt:lpstr>
      <vt:lpstr>Pizarra</vt:lpstr>
      <vt:lpstr>Diseño de Sistemas Informáticos</vt:lpstr>
      <vt:lpstr>Rol del Analista de Diseño de Sistemas</vt:lpstr>
      <vt:lpstr>Funciones Principales del Analista</vt:lpstr>
      <vt:lpstr>Importancia en el Diseño de Sistemas</vt:lpstr>
      <vt:lpstr>Metodologías en el Diseño de Sistemas</vt:lpstr>
      <vt:lpstr>Metodología Cascada</vt:lpstr>
      <vt:lpstr>Ventajas y Desventajas - Cascada</vt:lpstr>
      <vt:lpstr>Metodología Ágil</vt:lpstr>
      <vt:lpstr>Ventajas y Desventajas - Ágil</vt:lpstr>
      <vt:lpstr>Scrum Básico</vt:lpstr>
      <vt:lpstr>Roles en Scrum</vt:lpstr>
      <vt:lpstr>Eventos y Artefactos en Scrum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eduardo garcia</cp:lastModifiedBy>
  <cp:revision>3</cp:revision>
  <dcterms:created xsi:type="dcterms:W3CDTF">2013-01-27T09:14:16Z</dcterms:created>
  <dcterms:modified xsi:type="dcterms:W3CDTF">2026-02-23T19:18:42Z</dcterms:modified>
  <cp:category/>
</cp:coreProperties>
</file>