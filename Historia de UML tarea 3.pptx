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BD3332-0CDB-4A85-9532-0D63DD5C7863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37F7CE8-526C-4A2F-8466-2B815BCC6AB6}">
      <dgm:prSet/>
      <dgm:spPr/>
      <dgm:t>
        <a:bodyPr/>
        <a:lstStyle/>
        <a:p>
          <a:r>
            <a:rPr lang="es-SV"/>
            <a:t>Fue creado en los años 90</a:t>
          </a:r>
          <a:endParaRPr lang="en-US"/>
        </a:p>
      </dgm:t>
    </dgm:pt>
    <dgm:pt modelId="{4A7DC68C-96CC-4E53-AE99-720C5668ACEC}" type="parTrans" cxnId="{96D1338A-5D31-4881-8CA8-20D371A22C1A}">
      <dgm:prSet/>
      <dgm:spPr/>
      <dgm:t>
        <a:bodyPr/>
        <a:lstStyle/>
        <a:p>
          <a:endParaRPr lang="en-US"/>
        </a:p>
      </dgm:t>
    </dgm:pt>
    <dgm:pt modelId="{6854A612-2C52-4EE0-8399-CCE7E543F16F}" type="sibTrans" cxnId="{96D1338A-5D31-4881-8CA8-20D371A22C1A}">
      <dgm:prSet/>
      <dgm:spPr/>
      <dgm:t>
        <a:bodyPr/>
        <a:lstStyle/>
        <a:p>
          <a:endParaRPr lang="en-US"/>
        </a:p>
      </dgm:t>
    </dgm:pt>
    <dgm:pt modelId="{96B29660-9AC7-41D9-93AB-2B5B350DE0A9}">
      <dgm:prSet/>
      <dgm:spPr/>
      <dgm:t>
        <a:bodyPr/>
        <a:lstStyle/>
        <a:p>
          <a:r>
            <a:rPr lang="es-SV"/>
            <a:t>Sus principales creadores fueron:</a:t>
          </a:r>
          <a:endParaRPr lang="en-US"/>
        </a:p>
      </dgm:t>
    </dgm:pt>
    <dgm:pt modelId="{6488D122-04E2-48A2-AA31-37402C0E6CDA}" type="parTrans" cxnId="{961A4D1E-4F0D-48DD-BE03-66511D6D9B04}">
      <dgm:prSet/>
      <dgm:spPr/>
      <dgm:t>
        <a:bodyPr/>
        <a:lstStyle/>
        <a:p>
          <a:endParaRPr lang="en-US"/>
        </a:p>
      </dgm:t>
    </dgm:pt>
    <dgm:pt modelId="{8162D630-53C6-491F-8D67-8E322E967270}" type="sibTrans" cxnId="{961A4D1E-4F0D-48DD-BE03-66511D6D9B04}">
      <dgm:prSet/>
      <dgm:spPr/>
      <dgm:t>
        <a:bodyPr/>
        <a:lstStyle/>
        <a:p>
          <a:endParaRPr lang="en-US"/>
        </a:p>
      </dgm:t>
    </dgm:pt>
    <dgm:pt modelId="{37F5E9DE-45FD-491C-9F4F-E88719411B37}">
      <dgm:prSet/>
      <dgm:spPr/>
      <dgm:t>
        <a:bodyPr/>
        <a:lstStyle/>
        <a:p>
          <a:r>
            <a:rPr lang="es-SV"/>
            <a:t>Grady Booch</a:t>
          </a:r>
          <a:endParaRPr lang="en-US"/>
        </a:p>
      </dgm:t>
    </dgm:pt>
    <dgm:pt modelId="{91709425-C10A-4648-B51F-C759FAC8817D}" type="parTrans" cxnId="{F44DC53C-F22B-47D2-B8C0-877802B878FD}">
      <dgm:prSet/>
      <dgm:spPr/>
      <dgm:t>
        <a:bodyPr/>
        <a:lstStyle/>
        <a:p>
          <a:endParaRPr lang="en-US"/>
        </a:p>
      </dgm:t>
    </dgm:pt>
    <dgm:pt modelId="{D28EDF41-C206-4C65-98B2-1DCC4CF758C7}" type="sibTrans" cxnId="{F44DC53C-F22B-47D2-B8C0-877802B878FD}">
      <dgm:prSet/>
      <dgm:spPr/>
      <dgm:t>
        <a:bodyPr/>
        <a:lstStyle/>
        <a:p>
          <a:endParaRPr lang="en-US"/>
        </a:p>
      </dgm:t>
    </dgm:pt>
    <dgm:pt modelId="{74F50328-5CC8-4D80-891A-AC55E00271D0}">
      <dgm:prSet/>
      <dgm:spPr/>
      <dgm:t>
        <a:bodyPr/>
        <a:lstStyle/>
        <a:p>
          <a:r>
            <a:rPr lang="es-SV"/>
            <a:t>James Rumbaugh</a:t>
          </a:r>
          <a:endParaRPr lang="en-US"/>
        </a:p>
      </dgm:t>
    </dgm:pt>
    <dgm:pt modelId="{AA981EA8-494B-465A-BCC7-1C849C4E6599}" type="parTrans" cxnId="{BB573B45-42E5-44E9-AF7C-B6B495F05A54}">
      <dgm:prSet/>
      <dgm:spPr/>
      <dgm:t>
        <a:bodyPr/>
        <a:lstStyle/>
        <a:p>
          <a:endParaRPr lang="en-US"/>
        </a:p>
      </dgm:t>
    </dgm:pt>
    <dgm:pt modelId="{D089FD5F-1E46-4EBB-825E-266297F52935}" type="sibTrans" cxnId="{BB573B45-42E5-44E9-AF7C-B6B495F05A54}">
      <dgm:prSet/>
      <dgm:spPr/>
      <dgm:t>
        <a:bodyPr/>
        <a:lstStyle/>
        <a:p>
          <a:endParaRPr lang="en-US"/>
        </a:p>
      </dgm:t>
    </dgm:pt>
    <dgm:pt modelId="{944664C5-234A-40FC-87A0-E1560EF3163A}">
      <dgm:prSet/>
      <dgm:spPr/>
      <dgm:t>
        <a:bodyPr/>
        <a:lstStyle/>
        <a:p>
          <a:r>
            <a:rPr lang="es-SV"/>
            <a:t>Ivar Jacobson</a:t>
          </a:r>
          <a:endParaRPr lang="en-US"/>
        </a:p>
      </dgm:t>
    </dgm:pt>
    <dgm:pt modelId="{4101011D-9813-4E5E-9FAD-7E0234A2DDCD}" type="parTrans" cxnId="{A8A06AF2-D9F7-45E0-96CE-B683357D4ACD}">
      <dgm:prSet/>
      <dgm:spPr/>
      <dgm:t>
        <a:bodyPr/>
        <a:lstStyle/>
        <a:p>
          <a:endParaRPr lang="en-US"/>
        </a:p>
      </dgm:t>
    </dgm:pt>
    <dgm:pt modelId="{4706E24A-4FFB-4247-982C-B2DAB81B9B6C}" type="sibTrans" cxnId="{A8A06AF2-D9F7-45E0-96CE-B683357D4ACD}">
      <dgm:prSet/>
      <dgm:spPr/>
      <dgm:t>
        <a:bodyPr/>
        <a:lstStyle/>
        <a:p>
          <a:endParaRPr lang="en-US"/>
        </a:p>
      </dgm:t>
    </dgm:pt>
    <dgm:pt modelId="{30687DB4-4466-458A-95F9-1CA797026B27}">
      <dgm:prSet/>
      <dgm:spPr/>
      <dgm:t>
        <a:bodyPr/>
        <a:lstStyle/>
        <a:p>
          <a:r>
            <a:rPr lang="es-SV"/>
            <a:t>En 1997, UML fue adoptado oficialmente por la organización </a:t>
          </a:r>
          <a:endParaRPr lang="en-US"/>
        </a:p>
      </dgm:t>
    </dgm:pt>
    <dgm:pt modelId="{AA94A6EF-C82A-4C8E-9B6A-1AFCC99DCC0F}" type="parTrans" cxnId="{B816AC1B-0CED-4B6D-BDDA-EE84AC8D5156}">
      <dgm:prSet/>
      <dgm:spPr/>
      <dgm:t>
        <a:bodyPr/>
        <a:lstStyle/>
        <a:p>
          <a:endParaRPr lang="en-US"/>
        </a:p>
      </dgm:t>
    </dgm:pt>
    <dgm:pt modelId="{A6D4E13B-517F-467D-84FE-E578BB98E443}" type="sibTrans" cxnId="{B816AC1B-0CED-4B6D-BDDA-EE84AC8D5156}">
      <dgm:prSet/>
      <dgm:spPr/>
      <dgm:t>
        <a:bodyPr/>
        <a:lstStyle/>
        <a:p>
          <a:endParaRPr lang="en-US"/>
        </a:p>
      </dgm:t>
    </dgm:pt>
    <dgm:pt modelId="{8E308730-47B1-413D-B737-3EDCEFAD420F}">
      <dgm:prSet/>
      <dgm:spPr/>
      <dgm:t>
        <a:bodyPr/>
        <a:lstStyle/>
        <a:p>
          <a:r>
            <a:rPr lang="es-SV"/>
            <a:t>Object Managemet Group (OMG)</a:t>
          </a:r>
          <a:endParaRPr lang="en-US"/>
        </a:p>
      </dgm:t>
    </dgm:pt>
    <dgm:pt modelId="{A38B5ACF-26EF-43D6-B029-3F10BA739779}" type="parTrans" cxnId="{1C8803A0-CDDB-4F60-A29D-6D85D0303D32}">
      <dgm:prSet/>
      <dgm:spPr/>
      <dgm:t>
        <a:bodyPr/>
        <a:lstStyle/>
        <a:p>
          <a:endParaRPr lang="en-US"/>
        </a:p>
      </dgm:t>
    </dgm:pt>
    <dgm:pt modelId="{EB5E2816-608C-483C-9658-B0BE23D8B2DA}" type="sibTrans" cxnId="{1C8803A0-CDDB-4F60-A29D-6D85D0303D32}">
      <dgm:prSet/>
      <dgm:spPr/>
      <dgm:t>
        <a:bodyPr/>
        <a:lstStyle/>
        <a:p>
          <a:endParaRPr lang="en-US"/>
        </a:p>
      </dgm:t>
    </dgm:pt>
    <dgm:pt modelId="{0DC29AFB-DAED-4C2B-A3F0-52B6E2FFF62C}" type="pres">
      <dgm:prSet presAssocID="{37BD3332-0CDB-4A85-9532-0D63DD5C7863}" presName="diagram" presStyleCnt="0">
        <dgm:presLayoutVars>
          <dgm:dir/>
          <dgm:resizeHandles val="exact"/>
        </dgm:presLayoutVars>
      </dgm:prSet>
      <dgm:spPr/>
    </dgm:pt>
    <dgm:pt modelId="{3B82C2EA-3847-4CEE-BDC3-7675C9A6D352}" type="pres">
      <dgm:prSet presAssocID="{437F7CE8-526C-4A2F-8466-2B815BCC6AB6}" presName="node" presStyleLbl="node1" presStyleIdx="0" presStyleCnt="7">
        <dgm:presLayoutVars>
          <dgm:bulletEnabled val="1"/>
        </dgm:presLayoutVars>
      </dgm:prSet>
      <dgm:spPr/>
    </dgm:pt>
    <dgm:pt modelId="{48A52F43-D656-4FF4-A3D3-F2C95AEF089B}" type="pres">
      <dgm:prSet presAssocID="{6854A612-2C52-4EE0-8399-CCE7E543F16F}" presName="sibTrans" presStyleCnt="0"/>
      <dgm:spPr/>
    </dgm:pt>
    <dgm:pt modelId="{D9A883AA-7ECF-4A5A-9E3F-D9E5C4FC086F}" type="pres">
      <dgm:prSet presAssocID="{96B29660-9AC7-41D9-93AB-2B5B350DE0A9}" presName="node" presStyleLbl="node1" presStyleIdx="1" presStyleCnt="7">
        <dgm:presLayoutVars>
          <dgm:bulletEnabled val="1"/>
        </dgm:presLayoutVars>
      </dgm:prSet>
      <dgm:spPr/>
    </dgm:pt>
    <dgm:pt modelId="{46995446-DEC5-43A7-AE24-38A4F76978F6}" type="pres">
      <dgm:prSet presAssocID="{8162D630-53C6-491F-8D67-8E322E967270}" presName="sibTrans" presStyleCnt="0"/>
      <dgm:spPr/>
    </dgm:pt>
    <dgm:pt modelId="{5B114D69-DD6C-4497-9A8F-DB8CDD4A9109}" type="pres">
      <dgm:prSet presAssocID="{37F5E9DE-45FD-491C-9F4F-E88719411B37}" presName="node" presStyleLbl="node1" presStyleIdx="2" presStyleCnt="7">
        <dgm:presLayoutVars>
          <dgm:bulletEnabled val="1"/>
        </dgm:presLayoutVars>
      </dgm:prSet>
      <dgm:spPr/>
    </dgm:pt>
    <dgm:pt modelId="{E1786DCB-7FFE-43D6-BF65-8C9B8F5FF808}" type="pres">
      <dgm:prSet presAssocID="{D28EDF41-C206-4C65-98B2-1DCC4CF758C7}" presName="sibTrans" presStyleCnt="0"/>
      <dgm:spPr/>
    </dgm:pt>
    <dgm:pt modelId="{77AAB584-FA24-4E3C-8AAB-8D22AC2BBBB9}" type="pres">
      <dgm:prSet presAssocID="{74F50328-5CC8-4D80-891A-AC55E00271D0}" presName="node" presStyleLbl="node1" presStyleIdx="3" presStyleCnt="7">
        <dgm:presLayoutVars>
          <dgm:bulletEnabled val="1"/>
        </dgm:presLayoutVars>
      </dgm:prSet>
      <dgm:spPr/>
    </dgm:pt>
    <dgm:pt modelId="{B0D1A009-C701-4DE6-8D10-348364ACEBEA}" type="pres">
      <dgm:prSet presAssocID="{D089FD5F-1E46-4EBB-825E-266297F52935}" presName="sibTrans" presStyleCnt="0"/>
      <dgm:spPr/>
    </dgm:pt>
    <dgm:pt modelId="{10F0F075-814A-4A9F-8B89-40D37888857A}" type="pres">
      <dgm:prSet presAssocID="{944664C5-234A-40FC-87A0-E1560EF3163A}" presName="node" presStyleLbl="node1" presStyleIdx="4" presStyleCnt="7">
        <dgm:presLayoutVars>
          <dgm:bulletEnabled val="1"/>
        </dgm:presLayoutVars>
      </dgm:prSet>
      <dgm:spPr/>
    </dgm:pt>
    <dgm:pt modelId="{6F295809-F5EF-4F01-91D8-63E6AA12B717}" type="pres">
      <dgm:prSet presAssocID="{4706E24A-4FFB-4247-982C-B2DAB81B9B6C}" presName="sibTrans" presStyleCnt="0"/>
      <dgm:spPr/>
    </dgm:pt>
    <dgm:pt modelId="{6EA27F26-8ABB-4071-B72D-516BE6E15D5B}" type="pres">
      <dgm:prSet presAssocID="{30687DB4-4466-458A-95F9-1CA797026B27}" presName="node" presStyleLbl="node1" presStyleIdx="5" presStyleCnt="7">
        <dgm:presLayoutVars>
          <dgm:bulletEnabled val="1"/>
        </dgm:presLayoutVars>
      </dgm:prSet>
      <dgm:spPr/>
    </dgm:pt>
    <dgm:pt modelId="{25F63D8B-0774-44DC-8C59-49BC25545A08}" type="pres">
      <dgm:prSet presAssocID="{A6D4E13B-517F-467D-84FE-E578BB98E443}" presName="sibTrans" presStyleCnt="0"/>
      <dgm:spPr/>
    </dgm:pt>
    <dgm:pt modelId="{92551FA4-7C2F-435B-9CAB-C0DEA9C332C6}" type="pres">
      <dgm:prSet presAssocID="{8E308730-47B1-413D-B737-3EDCEFAD420F}" presName="node" presStyleLbl="node1" presStyleIdx="6" presStyleCnt="7">
        <dgm:presLayoutVars>
          <dgm:bulletEnabled val="1"/>
        </dgm:presLayoutVars>
      </dgm:prSet>
      <dgm:spPr/>
    </dgm:pt>
  </dgm:ptLst>
  <dgm:cxnLst>
    <dgm:cxn modelId="{B816AC1B-0CED-4B6D-BDDA-EE84AC8D5156}" srcId="{37BD3332-0CDB-4A85-9532-0D63DD5C7863}" destId="{30687DB4-4466-458A-95F9-1CA797026B27}" srcOrd="5" destOrd="0" parTransId="{AA94A6EF-C82A-4C8E-9B6A-1AFCC99DCC0F}" sibTransId="{A6D4E13B-517F-467D-84FE-E578BB98E443}"/>
    <dgm:cxn modelId="{961A4D1E-4F0D-48DD-BE03-66511D6D9B04}" srcId="{37BD3332-0CDB-4A85-9532-0D63DD5C7863}" destId="{96B29660-9AC7-41D9-93AB-2B5B350DE0A9}" srcOrd="1" destOrd="0" parTransId="{6488D122-04E2-48A2-AA31-37402C0E6CDA}" sibTransId="{8162D630-53C6-491F-8D67-8E322E967270}"/>
    <dgm:cxn modelId="{E44C2E2F-4145-46DB-8491-94C47C387411}" type="presOf" srcId="{96B29660-9AC7-41D9-93AB-2B5B350DE0A9}" destId="{D9A883AA-7ECF-4A5A-9E3F-D9E5C4FC086F}" srcOrd="0" destOrd="0" presId="urn:microsoft.com/office/officeart/2005/8/layout/default"/>
    <dgm:cxn modelId="{F44DC53C-F22B-47D2-B8C0-877802B878FD}" srcId="{37BD3332-0CDB-4A85-9532-0D63DD5C7863}" destId="{37F5E9DE-45FD-491C-9F4F-E88719411B37}" srcOrd="2" destOrd="0" parTransId="{91709425-C10A-4648-B51F-C759FAC8817D}" sibTransId="{D28EDF41-C206-4C65-98B2-1DCC4CF758C7}"/>
    <dgm:cxn modelId="{5D97695F-2C65-478B-B6D2-72D07DFC083F}" type="presOf" srcId="{30687DB4-4466-458A-95F9-1CA797026B27}" destId="{6EA27F26-8ABB-4071-B72D-516BE6E15D5B}" srcOrd="0" destOrd="0" presId="urn:microsoft.com/office/officeart/2005/8/layout/default"/>
    <dgm:cxn modelId="{BB573B45-42E5-44E9-AF7C-B6B495F05A54}" srcId="{37BD3332-0CDB-4A85-9532-0D63DD5C7863}" destId="{74F50328-5CC8-4D80-891A-AC55E00271D0}" srcOrd="3" destOrd="0" parTransId="{AA981EA8-494B-465A-BCC7-1C849C4E6599}" sibTransId="{D089FD5F-1E46-4EBB-825E-266297F52935}"/>
    <dgm:cxn modelId="{01CEA868-6CA1-40E1-AB87-9B8D2E5CA8B5}" type="presOf" srcId="{74F50328-5CC8-4D80-891A-AC55E00271D0}" destId="{77AAB584-FA24-4E3C-8AAB-8D22AC2BBBB9}" srcOrd="0" destOrd="0" presId="urn:microsoft.com/office/officeart/2005/8/layout/default"/>
    <dgm:cxn modelId="{96D1338A-5D31-4881-8CA8-20D371A22C1A}" srcId="{37BD3332-0CDB-4A85-9532-0D63DD5C7863}" destId="{437F7CE8-526C-4A2F-8466-2B815BCC6AB6}" srcOrd="0" destOrd="0" parTransId="{4A7DC68C-96CC-4E53-AE99-720C5668ACEC}" sibTransId="{6854A612-2C52-4EE0-8399-CCE7E543F16F}"/>
    <dgm:cxn modelId="{7A47B18F-4076-4759-B765-048E30B58F47}" type="presOf" srcId="{8E308730-47B1-413D-B737-3EDCEFAD420F}" destId="{92551FA4-7C2F-435B-9CAB-C0DEA9C332C6}" srcOrd="0" destOrd="0" presId="urn:microsoft.com/office/officeart/2005/8/layout/default"/>
    <dgm:cxn modelId="{DBF74C99-DEF1-4542-AE95-EF01E04C16A0}" type="presOf" srcId="{437F7CE8-526C-4A2F-8466-2B815BCC6AB6}" destId="{3B82C2EA-3847-4CEE-BDC3-7675C9A6D352}" srcOrd="0" destOrd="0" presId="urn:microsoft.com/office/officeart/2005/8/layout/default"/>
    <dgm:cxn modelId="{526C579D-10C9-4DC9-AC4D-52F168D86FEB}" type="presOf" srcId="{944664C5-234A-40FC-87A0-E1560EF3163A}" destId="{10F0F075-814A-4A9F-8B89-40D37888857A}" srcOrd="0" destOrd="0" presId="urn:microsoft.com/office/officeart/2005/8/layout/default"/>
    <dgm:cxn modelId="{1C8803A0-CDDB-4F60-A29D-6D85D0303D32}" srcId="{37BD3332-0CDB-4A85-9532-0D63DD5C7863}" destId="{8E308730-47B1-413D-B737-3EDCEFAD420F}" srcOrd="6" destOrd="0" parTransId="{A38B5ACF-26EF-43D6-B029-3F10BA739779}" sibTransId="{EB5E2816-608C-483C-9658-B0BE23D8B2DA}"/>
    <dgm:cxn modelId="{37009FC1-D92F-465F-8086-1EDFF90E96B8}" type="presOf" srcId="{37BD3332-0CDB-4A85-9532-0D63DD5C7863}" destId="{0DC29AFB-DAED-4C2B-A3F0-52B6E2FFF62C}" srcOrd="0" destOrd="0" presId="urn:microsoft.com/office/officeart/2005/8/layout/default"/>
    <dgm:cxn modelId="{274AC0DD-9990-42F1-BC0B-27AD2835D6F7}" type="presOf" srcId="{37F5E9DE-45FD-491C-9F4F-E88719411B37}" destId="{5B114D69-DD6C-4497-9A8F-DB8CDD4A9109}" srcOrd="0" destOrd="0" presId="urn:microsoft.com/office/officeart/2005/8/layout/default"/>
    <dgm:cxn modelId="{A8A06AF2-D9F7-45E0-96CE-B683357D4ACD}" srcId="{37BD3332-0CDB-4A85-9532-0D63DD5C7863}" destId="{944664C5-234A-40FC-87A0-E1560EF3163A}" srcOrd="4" destOrd="0" parTransId="{4101011D-9813-4E5E-9FAD-7E0234A2DDCD}" sibTransId="{4706E24A-4FFB-4247-982C-B2DAB81B9B6C}"/>
    <dgm:cxn modelId="{4AAA7928-8569-48A4-9C33-104A039350AE}" type="presParOf" srcId="{0DC29AFB-DAED-4C2B-A3F0-52B6E2FFF62C}" destId="{3B82C2EA-3847-4CEE-BDC3-7675C9A6D352}" srcOrd="0" destOrd="0" presId="urn:microsoft.com/office/officeart/2005/8/layout/default"/>
    <dgm:cxn modelId="{AF9367A6-A183-4C27-8553-FF5BD150FA93}" type="presParOf" srcId="{0DC29AFB-DAED-4C2B-A3F0-52B6E2FFF62C}" destId="{48A52F43-D656-4FF4-A3D3-F2C95AEF089B}" srcOrd="1" destOrd="0" presId="urn:microsoft.com/office/officeart/2005/8/layout/default"/>
    <dgm:cxn modelId="{C0F141CA-A060-4ED0-AD08-4F753B99B846}" type="presParOf" srcId="{0DC29AFB-DAED-4C2B-A3F0-52B6E2FFF62C}" destId="{D9A883AA-7ECF-4A5A-9E3F-D9E5C4FC086F}" srcOrd="2" destOrd="0" presId="urn:microsoft.com/office/officeart/2005/8/layout/default"/>
    <dgm:cxn modelId="{57A06A3B-5D9E-4F04-9653-FD396B40D78D}" type="presParOf" srcId="{0DC29AFB-DAED-4C2B-A3F0-52B6E2FFF62C}" destId="{46995446-DEC5-43A7-AE24-38A4F76978F6}" srcOrd="3" destOrd="0" presId="urn:microsoft.com/office/officeart/2005/8/layout/default"/>
    <dgm:cxn modelId="{6DF065C2-B2BD-4741-B601-5AE31946314B}" type="presParOf" srcId="{0DC29AFB-DAED-4C2B-A3F0-52B6E2FFF62C}" destId="{5B114D69-DD6C-4497-9A8F-DB8CDD4A9109}" srcOrd="4" destOrd="0" presId="urn:microsoft.com/office/officeart/2005/8/layout/default"/>
    <dgm:cxn modelId="{6D2109DC-7BE6-4052-8F10-57B148E71D68}" type="presParOf" srcId="{0DC29AFB-DAED-4C2B-A3F0-52B6E2FFF62C}" destId="{E1786DCB-7FFE-43D6-BF65-8C9B8F5FF808}" srcOrd="5" destOrd="0" presId="urn:microsoft.com/office/officeart/2005/8/layout/default"/>
    <dgm:cxn modelId="{C35DC06F-C098-47A3-8B49-758F0FD3C36D}" type="presParOf" srcId="{0DC29AFB-DAED-4C2B-A3F0-52B6E2FFF62C}" destId="{77AAB584-FA24-4E3C-8AAB-8D22AC2BBBB9}" srcOrd="6" destOrd="0" presId="urn:microsoft.com/office/officeart/2005/8/layout/default"/>
    <dgm:cxn modelId="{056A3351-CABE-4E94-BA62-9D365B3A8FB8}" type="presParOf" srcId="{0DC29AFB-DAED-4C2B-A3F0-52B6E2FFF62C}" destId="{B0D1A009-C701-4DE6-8D10-348364ACEBEA}" srcOrd="7" destOrd="0" presId="urn:microsoft.com/office/officeart/2005/8/layout/default"/>
    <dgm:cxn modelId="{EC24D000-1A74-4220-B08A-13549CF8BE34}" type="presParOf" srcId="{0DC29AFB-DAED-4C2B-A3F0-52B6E2FFF62C}" destId="{10F0F075-814A-4A9F-8B89-40D37888857A}" srcOrd="8" destOrd="0" presId="urn:microsoft.com/office/officeart/2005/8/layout/default"/>
    <dgm:cxn modelId="{B32FF2EF-AF16-4BEE-AA0D-10B828EFC6AE}" type="presParOf" srcId="{0DC29AFB-DAED-4C2B-A3F0-52B6E2FFF62C}" destId="{6F295809-F5EF-4F01-91D8-63E6AA12B717}" srcOrd="9" destOrd="0" presId="urn:microsoft.com/office/officeart/2005/8/layout/default"/>
    <dgm:cxn modelId="{D7307E14-5E72-4D32-A4A5-C79F90F09897}" type="presParOf" srcId="{0DC29AFB-DAED-4C2B-A3F0-52B6E2FFF62C}" destId="{6EA27F26-8ABB-4071-B72D-516BE6E15D5B}" srcOrd="10" destOrd="0" presId="urn:microsoft.com/office/officeart/2005/8/layout/default"/>
    <dgm:cxn modelId="{72AD3D47-9F5E-416C-81AA-A4E7578917EE}" type="presParOf" srcId="{0DC29AFB-DAED-4C2B-A3F0-52B6E2FFF62C}" destId="{25F63D8B-0774-44DC-8C59-49BC25545A08}" srcOrd="11" destOrd="0" presId="urn:microsoft.com/office/officeart/2005/8/layout/default"/>
    <dgm:cxn modelId="{59107F61-A019-4BA4-A7FB-DEA684E5A1B5}" type="presParOf" srcId="{0DC29AFB-DAED-4C2B-A3F0-52B6E2FFF62C}" destId="{92551FA4-7C2F-435B-9CAB-C0DEA9C332C6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E050EB-B2B1-4BD0-AE5D-89AF1C5F2C4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D7AD12D-5D85-4DF0-B71E-B37599764666}">
      <dgm:prSet/>
      <dgm:spPr/>
      <dgm:t>
        <a:bodyPr/>
        <a:lstStyle/>
        <a:p>
          <a:r>
            <a:rPr lang="es-SV"/>
            <a:t>Unificar distintos métodos de modelado</a:t>
          </a:r>
          <a:endParaRPr lang="en-US"/>
        </a:p>
      </dgm:t>
    </dgm:pt>
    <dgm:pt modelId="{F61AC252-ED2E-4644-BE93-89AFF02845C5}" type="parTrans" cxnId="{6E6B81A5-0463-4253-A8AC-2E0A5D4445A6}">
      <dgm:prSet/>
      <dgm:spPr/>
      <dgm:t>
        <a:bodyPr/>
        <a:lstStyle/>
        <a:p>
          <a:endParaRPr lang="en-US"/>
        </a:p>
      </dgm:t>
    </dgm:pt>
    <dgm:pt modelId="{375E781A-A56B-4058-A95A-D96AFA526CDE}" type="sibTrans" cxnId="{6E6B81A5-0463-4253-A8AC-2E0A5D4445A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9A409FE-45ED-4B5C-B624-515FCE83C455}">
      <dgm:prSet/>
      <dgm:spPr/>
      <dgm:t>
        <a:bodyPr/>
        <a:lstStyle/>
        <a:p>
          <a:r>
            <a:rPr lang="es-SV"/>
            <a:t>Facilita la comunicación entre desarrolladores </a:t>
          </a:r>
          <a:endParaRPr lang="en-US"/>
        </a:p>
      </dgm:t>
    </dgm:pt>
    <dgm:pt modelId="{4D9AD9CD-1CD3-4192-A93C-AE6ACE20E806}" type="parTrans" cxnId="{4E17AFA8-A618-4172-A07B-26563381120A}">
      <dgm:prSet/>
      <dgm:spPr/>
      <dgm:t>
        <a:bodyPr/>
        <a:lstStyle/>
        <a:p>
          <a:endParaRPr lang="en-US"/>
        </a:p>
      </dgm:t>
    </dgm:pt>
    <dgm:pt modelId="{20793FF0-9B3A-41C1-ACCB-8637E560061F}" type="sibTrans" cxnId="{4E17AFA8-A618-4172-A07B-26563381120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7D10AE8-23C1-4273-82E1-14561038A09F}">
      <dgm:prSet/>
      <dgm:spPr/>
      <dgm:t>
        <a:bodyPr/>
        <a:lstStyle/>
        <a:p>
          <a:r>
            <a:rPr lang="es-SV"/>
            <a:t>Representar sistemas antes de programarlos</a:t>
          </a:r>
          <a:endParaRPr lang="en-US"/>
        </a:p>
      </dgm:t>
    </dgm:pt>
    <dgm:pt modelId="{50A1CFD5-53C8-4228-AB68-0335E15F9E13}" type="parTrans" cxnId="{071CC21E-DC41-4EFE-A419-7B7C91AF6F42}">
      <dgm:prSet/>
      <dgm:spPr/>
      <dgm:t>
        <a:bodyPr/>
        <a:lstStyle/>
        <a:p>
          <a:endParaRPr lang="en-US"/>
        </a:p>
      </dgm:t>
    </dgm:pt>
    <dgm:pt modelId="{4023C91A-19A4-49ED-954F-A3BEFD62501E}" type="sibTrans" cxnId="{071CC21E-DC41-4EFE-A419-7B7C91AF6F4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806D5FC-212E-4DAA-BCD1-0255537B2AB6}" type="pres">
      <dgm:prSet presAssocID="{C0E050EB-B2B1-4BD0-AE5D-89AF1C5F2C46}" presName="Name0" presStyleCnt="0">
        <dgm:presLayoutVars>
          <dgm:animLvl val="lvl"/>
          <dgm:resizeHandles val="exact"/>
        </dgm:presLayoutVars>
      </dgm:prSet>
      <dgm:spPr/>
    </dgm:pt>
    <dgm:pt modelId="{75E7AF02-6D46-4555-8806-7F7E68C16030}" type="pres">
      <dgm:prSet presAssocID="{3D7AD12D-5D85-4DF0-B71E-B37599764666}" presName="compositeNode" presStyleCnt="0">
        <dgm:presLayoutVars>
          <dgm:bulletEnabled val="1"/>
        </dgm:presLayoutVars>
      </dgm:prSet>
      <dgm:spPr/>
    </dgm:pt>
    <dgm:pt modelId="{B601F8DF-F030-4D28-8A0F-704F90D09B7C}" type="pres">
      <dgm:prSet presAssocID="{3D7AD12D-5D85-4DF0-B71E-B37599764666}" presName="bgRect" presStyleLbl="bgAccFollowNode1" presStyleIdx="0" presStyleCnt="3"/>
      <dgm:spPr/>
    </dgm:pt>
    <dgm:pt modelId="{99A01CE2-1EB7-499B-B4A7-8810E36F273C}" type="pres">
      <dgm:prSet presAssocID="{375E781A-A56B-4058-A95A-D96AFA526CDE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1BBE137-DCC6-4E58-A250-4442F33C49F8}" type="pres">
      <dgm:prSet presAssocID="{3D7AD12D-5D85-4DF0-B71E-B37599764666}" presName="bottomLine" presStyleLbl="alignNode1" presStyleIdx="1" presStyleCnt="6">
        <dgm:presLayoutVars/>
      </dgm:prSet>
      <dgm:spPr/>
    </dgm:pt>
    <dgm:pt modelId="{7E90D0F3-7927-4538-8BFD-1925291195E5}" type="pres">
      <dgm:prSet presAssocID="{3D7AD12D-5D85-4DF0-B71E-B37599764666}" presName="nodeText" presStyleLbl="bgAccFollowNode1" presStyleIdx="0" presStyleCnt="3">
        <dgm:presLayoutVars>
          <dgm:bulletEnabled val="1"/>
        </dgm:presLayoutVars>
      </dgm:prSet>
      <dgm:spPr/>
    </dgm:pt>
    <dgm:pt modelId="{4C506BBE-70C1-4D8A-9D37-119ADD861F14}" type="pres">
      <dgm:prSet presAssocID="{375E781A-A56B-4058-A95A-D96AFA526CDE}" presName="sibTrans" presStyleCnt="0"/>
      <dgm:spPr/>
    </dgm:pt>
    <dgm:pt modelId="{C05BE126-28B6-43CE-A459-7506F40CD434}" type="pres">
      <dgm:prSet presAssocID="{19A409FE-45ED-4B5C-B624-515FCE83C455}" presName="compositeNode" presStyleCnt="0">
        <dgm:presLayoutVars>
          <dgm:bulletEnabled val="1"/>
        </dgm:presLayoutVars>
      </dgm:prSet>
      <dgm:spPr/>
    </dgm:pt>
    <dgm:pt modelId="{903B96DE-5752-49B5-9DF5-228D9F54F61F}" type="pres">
      <dgm:prSet presAssocID="{19A409FE-45ED-4B5C-B624-515FCE83C455}" presName="bgRect" presStyleLbl="bgAccFollowNode1" presStyleIdx="1" presStyleCnt="3"/>
      <dgm:spPr/>
    </dgm:pt>
    <dgm:pt modelId="{BD34808D-7F1D-4C03-BB95-D0A99A8656A9}" type="pres">
      <dgm:prSet presAssocID="{20793FF0-9B3A-41C1-ACCB-8637E560061F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64E1A349-5F75-4E08-9AB2-7F6F9C6D6A18}" type="pres">
      <dgm:prSet presAssocID="{19A409FE-45ED-4B5C-B624-515FCE83C455}" presName="bottomLine" presStyleLbl="alignNode1" presStyleIdx="3" presStyleCnt="6">
        <dgm:presLayoutVars/>
      </dgm:prSet>
      <dgm:spPr/>
    </dgm:pt>
    <dgm:pt modelId="{4DFBC6B7-917F-46F8-824D-4A758833DFDD}" type="pres">
      <dgm:prSet presAssocID="{19A409FE-45ED-4B5C-B624-515FCE83C455}" presName="nodeText" presStyleLbl="bgAccFollowNode1" presStyleIdx="1" presStyleCnt="3">
        <dgm:presLayoutVars>
          <dgm:bulletEnabled val="1"/>
        </dgm:presLayoutVars>
      </dgm:prSet>
      <dgm:spPr/>
    </dgm:pt>
    <dgm:pt modelId="{2DCD23F3-0242-4D76-864D-E1C084EB3BA0}" type="pres">
      <dgm:prSet presAssocID="{20793FF0-9B3A-41C1-ACCB-8637E560061F}" presName="sibTrans" presStyleCnt="0"/>
      <dgm:spPr/>
    </dgm:pt>
    <dgm:pt modelId="{3F180FDD-7347-46B3-B2C7-214DFF7ADC44}" type="pres">
      <dgm:prSet presAssocID="{F7D10AE8-23C1-4273-82E1-14561038A09F}" presName="compositeNode" presStyleCnt="0">
        <dgm:presLayoutVars>
          <dgm:bulletEnabled val="1"/>
        </dgm:presLayoutVars>
      </dgm:prSet>
      <dgm:spPr/>
    </dgm:pt>
    <dgm:pt modelId="{B5B3E0AC-B3B1-4F06-AC2A-9DE4929BC1A9}" type="pres">
      <dgm:prSet presAssocID="{F7D10AE8-23C1-4273-82E1-14561038A09F}" presName="bgRect" presStyleLbl="bgAccFollowNode1" presStyleIdx="2" presStyleCnt="3"/>
      <dgm:spPr/>
    </dgm:pt>
    <dgm:pt modelId="{97D97181-883B-4148-AC1F-2D28EAC0A7C6}" type="pres">
      <dgm:prSet presAssocID="{4023C91A-19A4-49ED-954F-A3BEFD62501E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3CF50C9-8614-4F58-BE8A-588C560ED97D}" type="pres">
      <dgm:prSet presAssocID="{F7D10AE8-23C1-4273-82E1-14561038A09F}" presName="bottomLine" presStyleLbl="alignNode1" presStyleIdx="5" presStyleCnt="6">
        <dgm:presLayoutVars/>
      </dgm:prSet>
      <dgm:spPr/>
    </dgm:pt>
    <dgm:pt modelId="{87510E7D-E2B4-45BD-862F-73024C3775FE}" type="pres">
      <dgm:prSet presAssocID="{F7D10AE8-23C1-4273-82E1-14561038A09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5C9F260A-6FBE-4309-A7F0-71C67ED67FD3}" type="presOf" srcId="{19A409FE-45ED-4B5C-B624-515FCE83C455}" destId="{903B96DE-5752-49B5-9DF5-228D9F54F61F}" srcOrd="0" destOrd="0" presId="urn:microsoft.com/office/officeart/2016/7/layout/BasicLinearProcessNumbered"/>
    <dgm:cxn modelId="{071CC21E-DC41-4EFE-A419-7B7C91AF6F42}" srcId="{C0E050EB-B2B1-4BD0-AE5D-89AF1C5F2C46}" destId="{F7D10AE8-23C1-4273-82E1-14561038A09F}" srcOrd="2" destOrd="0" parTransId="{50A1CFD5-53C8-4228-AB68-0335E15F9E13}" sibTransId="{4023C91A-19A4-49ED-954F-A3BEFD62501E}"/>
    <dgm:cxn modelId="{109CA821-9F3D-4631-A400-B8FFB6156ADA}" type="presOf" srcId="{F7D10AE8-23C1-4273-82E1-14561038A09F}" destId="{B5B3E0AC-B3B1-4F06-AC2A-9DE4929BC1A9}" srcOrd="0" destOrd="0" presId="urn:microsoft.com/office/officeart/2016/7/layout/BasicLinearProcessNumbered"/>
    <dgm:cxn modelId="{C729EE62-EF44-4738-8DB1-BD5D2B52BC78}" type="presOf" srcId="{4023C91A-19A4-49ED-954F-A3BEFD62501E}" destId="{97D97181-883B-4148-AC1F-2D28EAC0A7C6}" srcOrd="0" destOrd="0" presId="urn:microsoft.com/office/officeart/2016/7/layout/BasicLinearProcessNumbered"/>
    <dgm:cxn modelId="{8AC4254E-DE77-464B-B75A-D7528B00BAA4}" type="presOf" srcId="{3D7AD12D-5D85-4DF0-B71E-B37599764666}" destId="{7E90D0F3-7927-4538-8BFD-1925291195E5}" srcOrd="1" destOrd="0" presId="urn:microsoft.com/office/officeart/2016/7/layout/BasicLinearProcessNumbered"/>
    <dgm:cxn modelId="{83E7D478-9053-413C-83E4-AA9105AAE4A1}" type="presOf" srcId="{19A409FE-45ED-4B5C-B624-515FCE83C455}" destId="{4DFBC6B7-917F-46F8-824D-4A758833DFDD}" srcOrd="1" destOrd="0" presId="urn:microsoft.com/office/officeart/2016/7/layout/BasicLinearProcessNumbered"/>
    <dgm:cxn modelId="{659A1659-EC44-41BC-A78C-36F07088F283}" type="presOf" srcId="{F7D10AE8-23C1-4273-82E1-14561038A09F}" destId="{87510E7D-E2B4-45BD-862F-73024C3775FE}" srcOrd="1" destOrd="0" presId="urn:microsoft.com/office/officeart/2016/7/layout/BasicLinearProcessNumbered"/>
    <dgm:cxn modelId="{1313B399-7451-4DA8-BE13-AEB141BE6D79}" type="presOf" srcId="{20793FF0-9B3A-41C1-ACCB-8637E560061F}" destId="{BD34808D-7F1D-4C03-BB95-D0A99A8656A9}" srcOrd="0" destOrd="0" presId="urn:microsoft.com/office/officeart/2016/7/layout/BasicLinearProcessNumbered"/>
    <dgm:cxn modelId="{6E6B81A5-0463-4253-A8AC-2E0A5D4445A6}" srcId="{C0E050EB-B2B1-4BD0-AE5D-89AF1C5F2C46}" destId="{3D7AD12D-5D85-4DF0-B71E-B37599764666}" srcOrd="0" destOrd="0" parTransId="{F61AC252-ED2E-4644-BE93-89AFF02845C5}" sibTransId="{375E781A-A56B-4058-A95A-D96AFA526CDE}"/>
    <dgm:cxn modelId="{4E17AFA8-A618-4172-A07B-26563381120A}" srcId="{C0E050EB-B2B1-4BD0-AE5D-89AF1C5F2C46}" destId="{19A409FE-45ED-4B5C-B624-515FCE83C455}" srcOrd="1" destOrd="0" parTransId="{4D9AD9CD-1CD3-4192-A93C-AE6ACE20E806}" sibTransId="{20793FF0-9B3A-41C1-ACCB-8637E560061F}"/>
    <dgm:cxn modelId="{771ECBD5-4A51-4FC2-A125-493E2CE03F56}" type="presOf" srcId="{C0E050EB-B2B1-4BD0-AE5D-89AF1C5F2C46}" destId="{1806D5FC-212E-4DAA-BCD1-0255537B2AB6}" srcOrd="0" destOrd="0" presId="urn:microsoft.com/office/officeart/2016/7/layout/BasicLinearProcessNumbered"/>
    <dgm:cxn modelId="{2B7CA3E8-AD51-4DA2-9693-DDCA2AAAE39C}" type="presOf" srcId="{3D7AD12D-5D85-4DF0-B71E-B37599764666}" destId="{B601F8DF-F030-4D28-8A0F-704F90D09B7C}" srcOrd="0" destOrd="0" presId="urn:microsoft.com/office/officeart/2016/7/layout/BasicLinearProcessNumbered"/>
    <dgm:cxn modelId="{E93DCEEB-23CF-49F7-A4B4-60D2D125CBDE}" type="presOf" srcId="{375E781A-A56B-4058-A95A-D96AFA526CDE}" destId="{99A01CE2-1EB7-499B-B4A7-8810E36F273C}" srcOrd="0" destOrd="0" presId="urn:microsoft.com/office/officeart/2016/7/layout/BasicLinearProcessNumbered"/>
    <dgm:cxn modelId="{378C2554-C081-4922-BE5B-94475BD8F76C}" type="presParOf" srcId="{1806D5FC-212E-4DAA-BCD1-0255537B2AB6}" destId="{75E7AF02-6D46-4555-8806-7F7E68C16030}" srcOrd="0" destOrd="0" presId="urn:microsoft.com/office/officeart/2016/7/layout/BasicLinearProcessNumbered"/>
    <dgm:cxn modelId="{2DF63A36-5AE3-4A50-996F-7254DFAFD3A7}" type="presParOf" srcId="{75E7AF02-6D46-4555-8806-7F7E68C16030}" destId="{B601F8DF-F030-4D28-8A0F-704F90D09B7C}" srcOrd="0" destOrd="0" presId="urn:microsoft.com/office/officeart/2016/7/layout/BasicLinearProcessNumbered"/>
    <dgm:cxn modelId="{46F4468B-089F-47BD-B4F9-9FE6C6E63936}" type="presParOf" srcId="{75E7AF02-6D46-4555-8806-7F7E68C16030}" destId="{99A01CE2-1EB7-499B-B4A7-8810E36F273C}" srcOrd="1" destOrd="0" presId="urn:microsoft.com/office/officeart/2016/7/layout/BasicLinearProcessNumbered"/>
    <dgm:cxn modelId="{A938B4B7-865D-4510-B98E-34397B489389}" type="presParOf" srcId="{75E7AF02-6D46-4555-8806-7F7E68C16030}" destId="{B1BBE137-DCC6-4E58-A250-4442F33C49F8}" srcOrd="2" destOrd="0" presId="urn:microsoft.com/office/officeart/2016/7/layout/BasicLinearProcessNumbered"/>
    <dgm:cxn modelId="{9D9D8080-4745-40EA-AAC3-68DE3CF53405}" type="presParOf" srcId="{75E7AF02-6D46-4555-8806-7F7E68C16030}" destId="{7E90D0F3-7927-4538-8BFD-1925291195E5}" srcOrd="3" destOrd="0" presId="urn:microsoft.com/office/officeart/2016/7/layout/BasicLinearProcessNumbered"/>
    <dgm:cxn modelId="{749ACE7B-40F6-4834-B3A1-4ABAD5F63C38}" type="presParOf" srcId="{1806D5FC-212E-4DAA-BCD1-0255537B2AB6}" destId="{4C506BBE-70C1-4D8A-9D37-119ADD861F14}" srcOrd="1" destOrd="0" presId="urn:microsoft.com/office/officeart/2016/7/layout/BasicLinearProcessNumbered"/>
    <dgm:cxn modelId="{B81C8981-36E3-476D-BC0C-91017AF7AA74}" type="presParOf" srcId="{1806D5FC-212E-4DAA-BCD1-0255537B2AB6}" destId="{C05BE126-28B6-43CE-A459-7506F40CD434}" srcOrd="2" destOrd="0" presId="urn:microsoft.com/office/officeart/2016/7/layout/BasicLinearProcessNumbered"/>
    <dgm:cxn modelId="{C338D986-3668-4EA7-8E77-B8DC7EEA606A}" type="presParOf" srcId="{C05BE126-28B6-43CE-A459-7506F40CD434}" destId="{903B96DE-5752-49B5-9DF5-228D9F54F61F}" srcOrd="0" destOrd="0" presId="urn:microsoft.com/office/officeart/2016/7/layout/BasicLinearProcessNumbered"/>
    <dgm:cxn modelId="{B04824BD-8610-411E-AFFD-DAD24BBC2760}" type="presParOf" srcId="{C05BE126-28B6-43CE-A459-7506F40CD434}" destId="{BD34808D-7F1D-4C03-BB95-D0A99A8656A9}" srcOrd="1" destOrd="0" presId="urn:microsoft.com/office/officeart/2016/7/layout/BasicLinearProcessNumbered"/>
    <dgm:cxn modelId="{2B299AFC-3860-497C-95BE-7078BB7E888D}" type="presParOf" srcId="{C05BE126-28B6-43CE-A459-7506F40CD434}" destId="{64E1A349-5F75-4E08-9AB2-7F6F9C6D6A18}" srcOrd="2" destOrd="0" presId="urn:microsoft.com/office/officeart/2016/7/layout/BasicLinearProcessNumbered"/>
    <dgm:cxn modelId="{1808D41B-1C39-41CD-80E1-286FEA3BE834}" type="presParOf" srcId="{C05BE126-28B6-43CE-A459-7506F40CD434}" destId="{4DFBC6B7-917F-46F8-824D-4A758833DFDD}" srcOrd="3" destOrd="0" presId="urn:microsoft.com/office/officeart/2016/7/layout/BasicLinearProcessNumbered"/>
    <dgm:cxn modelId="{2B7991FA-3F92-444E-A9A2-CD684BBF3219}" type="presParOf" srcId="{1806D5FC-212E-4DAA-BCD1-0255537B2AB6}" destId="{2DCD23F3-0242-4D76-864D-E1C084EB3BA0}" srcOrd="3" destOrd="0" presId="urn:microsoft.com/office/officeart/2016/7/layout/BasicLinearProcessNumbered"/>
    <dgm:cxn modelId="{1871D2F3-77E1-4273-A282-6616ED301BD1}" type="presParOf" srcId="{1806D5FC-212E-4DAA-BCD1-0255537B2AB6}" destId="{3F180FDD-7347-46B3-B2C7-214DFF7ADC44}" srcOrd="4" destOrd="0" presId="urn:microsoft.com/office/officeart/2016/7/layout/BasicLinearProcessNumbered"/>
    <dgm:cxn modelId="{E7923D9E-4D97-46F1-AA75-3167D3670802}" type="presParOf" srcId="{3F180FDD-7347-46B3-B2C7-214DFF7ADC44}" destId="{B5B3E0AC-B3B1-4F06-AC2A-9DE4929BC1A9}" srcOrd="0" destOrd="0" presId="urn:microsoft.com/office/officeart/2016/7/layout/BasicLinearProcessNumbered"/>
    <dgm:cxn modelId="{A03B4663-219C-4443-81A8-DB2F1CC1143C}" type="presParOf" srcId="{3F180FDD-7347-46B3-B2C7-214DFF7ADC44}" destId="{97D97181-883B-4148-AC1F-2D28EAC0A7C6}" srcOrd="1" destOrd="0" presId="urn:microsoft.com/office/officeart/2016/7/layout/BasicLinearProcessNumbered"/>
    <dgm:cxn modelId="{B65728F5-049C-4750-B3B2-E563D9EF5F58}" type="presParOf" srcId="{3F180FDD-7347-46B3-B2C7-214DFF7ADC44}" destId="{E3CF50C9-8614-4F58-BE8A-588C560ED97D}" srcOrd="2" destOrd="0" presId="urn:microsoft.com/office/officeart/2016/7/layout/BasicLinearProcessNumbered"/>
    <dgm:cxn modelId="{E52BFFB5-16BF-45F7-BEB3-46041AE9FB66}" type="presParOf" srcId="{3F180FDD-7347-46B3-B2C7-214DFF7ADC44}" destId="{87510E7D-E2B4-45BD-862F-73024C3775F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47B0AB-11EF-489A-8CA1-C68F1F97B86E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E0FD805-5E85-46B3-90AA-A295E4089779}">
      <dgm:prSet/>
      <dgm:spPr/>
      <dgm:t>
        <a:bodyPr/>
        <a:lstStyle/>
        <a:p>
          <a:r>
            <a:rPr lang="es-SV"/>
            <a:t>Diagrama de clases</a:t>
          </a:r>
          <a:endParaRPr lang="en-US"/>
        </a:p>
      </dgm:t>
    </dgm:pt>
    <dgm:pt modelId="{5D368A27-4DF7-45DC-8259-6F1A6FC4A0DD}" type="parTrans" cxnId="{9A2DE4BF-FA77-4430-B01B-BA42C0F5DD66}">
      <dgm:prSet/>
      <dgm:spPr/>
      <dgm:t>
        <a:bodyPr/>
        <a:lstStyle/>
        <a:p>
          <a:endParaRPr lang="en-US"/>
        </a:p>
      </dgm:t>
    </dgm:pt>
    <dgm:pt modelId="{274A8D4F-0D3B-4F98-9858-AF069230D714}" type="sibTrans" cxnId="{9A2DE4BF-FA77-4430-B01B-BA42C0F5DD66}">
      <dgm:prSet/>
      <dgm:spPr/>
      <dgm:t>
        <a:bodyPr/>
        <a:lstStyle/>
        <a:p>
          <a:endParaRPr lang="en-US"/>
        </a:p>
      </dgm:t>
    </dgm:pt>
    <dgm:pt modelId="{69CD5503-1FA8-49E2-9E46-38AE9B1B141B}">
      <dgm:prSet/>
      <dgm:spPr/>
      <dgm:t>
        <a:bodyPr/>
        <a:lstStyle/>
        <a:p>
          <a:r>
            <a:rPr lang="es-SV"/>
            <a:t>Diagrama de casos de uso</a:t>
          </a:r>
          <a:endParaRPr lang="en-US"/>
        </a:p>
      </dgm:t>
    </dgm:pt>
    <dgm:pt modelId="{DF781DB4-0C2C-4F1B-AB43-AD63FD9D9D39}" type="parTrans" cxnId="{72DCE8D2-BACB-49DD-B5BB-4BCD5F1717B6}">
      <dgm:prSet/>
      <dgm:spPr/>
      <dgm:t>
        <a:bodyPr/>
        <a:lstStyle/>
        <a:p>
          <a:endParaRPr lang="en-US"/>
        </a:p>
      </dgm:t>
    </dgm:pt>
    <dgm:pt modelId="{41807747-6823-44F6-AAD5-D03CEC0C2181}" type="sibTrans" cxnId="{72DCE8D2-BACB-49DD-B5BB-4BCD5F1717B6}">
      <dgm:prSet/>
      <dgm:spPr/>
      <dgm:t>
        <a:bodyPr/>
        <a:lstStyle/>
        <a:p>
          <a:endParaRPr lang="en-US"/>
        </a:p>
      </dgm:t>
    </dgm:pt>
    <dgm:pt modelId="{BB03BA58-E1B6-4FE7-A94F-51D6DA512E52}">
      <dgm:prSet/>
      <dgm:spPr/>
      <dgm:t>
        <a:bodyPr/>
        <a:lstStyle/>
        <a:p>
          <a:r>
            <a:rPr lang="es-SV"/>
            <a:t>Diagrama de secuencia </a:t>
          </a:r>
          <a:endParaRPr lang="en-US"/>
        </a:p>
      </dgm:t>
    </dgm:pt>
    <dgm:pt modelId="{913353D8-F5DC-4CA6-921B-EA695FA55CCF}" type="parTrans" cxnId="{42F00152-4C9A-4E97-ADB2-ABD14BF1F503}">
      <dgm:prSet/>
      <dgm:spPr/>
      <dgm:t>
        <a:bodyPr/>
        <a:lstStyle/>
        <a:p>
          <a:endParaRPr lang="en-US"/>
        </a:p>
      </dgm:t>
    </dgm:pt>
    <dgm:pt modelId="{8B38D750-CF08-403D-A495-56AB192E8A2C}" type="sibTrans" cxnId="{42F00152-4C9A-4E97-ADB2-ABD14BF1F503}">
      <dgm:prSet/>
      <dgm:spPr/>
      <dgm:t>
        <a:bodyPr/>
        <a:lstStyle/>
        <a:p>
          <a:endParaRPr lang="en-US"/>
        </a:p>
      </dgm:t>
    </dgm:pt>
    <dgm:pt modelId="{E393A303-4FFD-4474-B3EA-B3FCF40DBF00}">
      <dgm:prSet/>
      <dgm:spPr/>
      <dgm:t>
        <a:bodyPr/>
        <a:lstStyle/>
        <a:p>
          <a:r>
            <a:rPr lang="es-SV"/>
            <a:t>Diagrama de actividades </a:t>
          </a:r>
          <a:endParaRPr lang="en-US"/>
        </a:p>
      </dgm:t>
    </dgm:pt>
    <dgm:pt modelId="{30B7F6A6-8E4F-4785-A9EF-6EA334CA2F30}" type="parTrans" cxnId="{B8C640B5-F6B1-48F8-A178-335B54A006FC}">
      <dgm:prSet/>
      <dgm:spPr/>
      <dgm:t>
        <a:bodyPr/>
        <a:lstStyle/>
        <a:p>
          <a:endParaRPr lang="en-US"/>
        </a:p>
      </dgm:t>
    </dgm:pt>
    <dgm:pt modelId="{70603AD3-3EB6-4836-A064-984C0FD4BF69}" type="sibTrans" cxnId="{B8C640B5-F6B1-48F8-A178-335B54A006FC}">
      <dgm:prSet/>
      <dgm:spPr/>
      <dgm:t>
        <a:bodyPr/>
        <a:lstStyle/>
        <a:p>
          <a:endParaRPr lang="en-US"/>
        </a:p>
      </dgm:t>
    </dgm:pt>
    <dgm:pt modelId="{77B382B6-75EB-4ED4-8163-21742519579C}">
      <dgm:prSet/>
      <dgm:spPr/>
      <dgm:t>
        <a:bodyPr/>
        <a:lstStyle/>
        <a:p>
          <a:r>
            <a:rPr lang="es-SV"/>
            <a:t>Diagramade estado</a:t>
          </a:r>
          <a:endParaRPr lang="en-US"/>
        </a:p>
      </dgm:t>
    </dgm:pt>
    <dgm:pt modelId="{C84C6188-1A4C-41BF-A3EA-008F164A0759}" type="parTrans" cxnId="{EC59ECCD-8EA9-464D-9132-6E59E05FEE87}">
      <dgm:prSet/>
      <dgm:spPr/>
      <dgm:t>
        <a:bodyPr/>
        <a:lstStyle/>
        <a:p>
          <a:endParaRPr lang="en-US"/>
        </a:p>
      </dgm:t>
    </dgm:pt>
    <dgm:pt modelId="{BB404BF1-5F31-4F70-8433-D9DDE1F0D74A}" type="sibTrans" cxnId="{EC59ECCD-8EA9-464D-9132-6E59E05FEE87}">
      <dgm:prSet/>
      <dgm:spPr/>
      <dgm:t>
        <a:bodyPr/>
        <a:lstStyle/>
        <a:p>
          <a:endParaRPr lang="en-US"/>
        </a:p>
      </dgm:t>
    </dgm:pt>
    <dgm:pt modelId="{66BD97E4-E17F-4359-A0BA-737798299914}" type="pres">
      <dgm:prSet presAssocID="{2847B0AB-11EF-489A-8CA1-C68F1F97B86E}" presName="diagram" presStyleCnt="0">
        <dgm:presLayoutVars>
          <dgm:dir/>
          <dgm:resizeHandles val="exact"/>
        </dgm:presLayoutVars>
      </dgm:prSet>
      <dgm:spPr/>
    </dgm:pt>
    <dgm:pt modelId="{D38D30CB-400F-496F-BE2E-7B2BF217B0C0}" type="pres">
      <dgm:prSet presAssocID="{8E0FD805-5E85-46B3-90AA-A295E4089779}" presName="node" presStyleLbl="node1" presStyleIdx="0" presStyleCnt="5">
        <dgm:presLayoutVars>
          <dgm:bulletEnabled val="1"/>
        </dgm:presLayoutVars>
      </dgm:prSet>
      <dgm:spPr/>
    </dgm:pt>
    <dgm:pt modelId="{BFF1501F-EBC3-40F7-BBA9-70D4AB4846E9}" type="pres">
      <dgm:prSet presAssocID="{274A8D4F-0D3B-4F98-9858-AF069230D714}" presName="sibTrans" presStyleLbl="sibTrans2D1" presStyleIdx="0" presStyleCnt="4"/>
      <dgm:spPr/>
    </dgm:pt>
    <dgm:pt modelId="{059B3279-BFF1-4CB6-8D3F-7D8783D7EA0B}" type="pres">
      <dgm:prSet presAssocID="{274A8D4F-0D3B-4F98-9858-AF069230D714}" presName="connectorText" presStyleLbl="sibTrans2D1" presStyleIdx="0" presStyleCnt="4"/>
      <dgm:spPr/>
    </dgm:pt>
    <dgm:pt modelId="{8C2D4F45-634F-4A70-820E-A9FCAE788322}" type="pres">
      <dgm:prSet presAssocID="{69CD5503-1FA8-49E2-9E46-38AE9B1B141B}" presName="node" presStyleLbl="node1" presStyleIdx="1" presStyleCnt="5">
        <dgm:presLayoutVars>
          <dgm:bulletEnabled val="1"/>
        </dgm:presLayoutVars>
      </dgm:prSet>
      <dgm:spPr/>
    </dgm:pt>
    <dgm:pt modelId="{E059191A-4ACB-4460-AD97-0424BB7DAB68}" type="pres">
      <dgm:prSet presAssocID="{41807747-6823-44F6-AAD5-D03CEC0C2181}" presName="sibTrans" presStyleLbl="sibTrans2D1" presStyleIdx="1" presStyleCnt="4"/>
      <dgm:spPr/>
    </dgm:pt>
    <dgm:pt modelId="{51EB8C0D-263B-4B47-9603-8AB242D29739}" type="pres">
      <dgm:prSet presAssocID="{41807747-6823-44F6-AAD5-D03CEC0C2181}" presName="connectorText" presStyleLbl="sibTrans2D1" presStyleIdx="1" presStyleCnt="4"/>
      <dgm:spPr/>
    </dgm:pt>
    <dgm:pt modelId="{FFB2E805-1211-43E5-B1B8-469753F190AE}" type="pres">
      <dgm:prSet presAssocID="{BB03BA58-E1B6-4FE7-A94F-51D6DA512E52}" presName="node" presStyleLbl="node1" presStyleIdx="2" presStyleCnt="5">
        <dgm:presLayoutVars>
          <dgm:bulletEnabled val="1"/>
        </dgm:presLayoutVars>
      </dgm:prSet>
      <dgm:spPr/>
    </dgm:pt>
    <dgm:pt modelId="{41C6871A-6748-4E3B-84C2-E7B907A2BA9A}" type="pres">
      <dgm:prSet presAssocID="{8B38D750-CF08-403D-A495-56AB192E8A2C}" presName="sibTrans" presStyleLbl="sibTrans2D1" presStyleIdx="2" presStyleCnt="4"/>
      <dgm:spPr/>
    </dgm:pt>
    <dgm:pt modelId="{E16C6838-80E3-4098-8E72-76940DF27299}" type="pres">
      <dgm:prSet presAssocID="{8B38D750-CF08-403D-A495-56AB192E8A2C}" presName="connectorText" presStyleLbl="sibTrans2D1" presStyleIdx="2" presStyleCnt="4"/>
      <dgm:spPr/>
    </dgm:pt>
    <dgm:pt modelId="{C71784BC-C74B-4B4B-9771-2849E442C594}" type="pres">
      <dgm:prSet presAssocID="{E393A303-4FFD-4474-B3EA-B3FCF40DBF00}" presName="node" presStyleLbl="node1" presStyleIdx="3" presStyleCnt="5">
        <dgm:presLayoutVars>
          <dgm:bulletEnabled val="1"/>
        </dgm:presLayoutVars>
      </dgm:prSet>
      <dgm:spPr/>
    </dgm:pt>
    <dgm:pt modelId="{10D20083-A38D-4121-90A0-420EE1A6D403}" type="pres">
      <dgm:prSet presAssocID="{70603AD3-3EB6-4836-A064-984C0FD4BF69}" presName="sibTrans" presStyleLbl="sibTrans2D1" presStyleIdx="3" presStyleCnt="4"/>
      <dgm:spPr/>
    </dgm:pt>
    <dgm:pt modelId="{7D2F4F5C-4803-4590-89E3-F202F786896A}" type="pres">
      <dgm:prSet presAssocID="{70603AD3-3EB6-4836-A064-984C0FD4BF69}" presName="connectorText" presStyleLbl="sibTrans2D1" presStyleIdx="3" presStyleCnt="4"/>
      <dgm:spPr/>
    </dgm:pt>
    <dgm:pt modelId="{4389B18E-3608-4C48-82BB-12B755195F7A}" type="pres">
      <dgm:prSet presAssocID="{77B382B6-75EB-4ED4-8163-21742519579C}" presName="node" presStyleLbl="node1" presStyleIdx="4" presStyleCnt="5">
        <dgm:presLayoutVars>
          <dgm:bulletEnabled val="1"/>
        </dgm:presLayoutVars>
      </dgm:prSet>
      <dgm:spPr/>
    </dgm:pt>
  </dgm:ptLst>
  <dgm:cxnLst>
    <dgm:cxn modelId="{29D91709-611E-490B-85F9-D3594E21997E}" type="presOf" srcId="{BB03BA58-E1B6-4FE7-A94F-51D6DA512E52}" destId="{FFB2E805-1211-43E5-B1B8-469753F190AE}" srcOrd="0" destOrd="0" presId="urn:microsoft.com/office/officeart/2005/8/layout/process5"/>
    <dgm:cxn modelId="{7F90C410-B6FF-4838-B6BB-0CEF1FF69FD7}" type="presOf" srcId="{41807747-6823-44F6-AAD5-D03CEC0C2181}" destId="{E059191A-4ACB-4460-AD97-0424BB7DAB68}" srcOrd="0" destOrd="0" presId="urn:microsoft.com/office/officeart/2005/8/layout/process5"/>
    <dgm:cxn modelId="{D48B5D23-4726-4C94-8D21-ED3F4B0F89E6}" type="presOf" srcId="{8B38D750-CF08-403D-A495-56AB192E8A2C}" destId="{E16C6838-80E3-4098-8E72-76940DF27299}" srcOrd="1" destOrd="0" presId="urn:microsoft.com/office/officeart/2005/8/layout/process5"/>
    <dgm:cxn modelId="{C10F4F40-97A5-48A8-9DC1-452B75EB3D87}" type="presOf" srcId="{2847B0AB-11EF-489A-8CA1-C68F1F97B86E}" destId="{66BD97E4-E17F-4359-A0BA-737798299914}" srcOrd="0" destOrd="0" presId="urn:microsoft.com/office/officeart/2005/8/layout/process5"/>
    <dgm:cxn modelId="{99F2FA45-865C-4E48-A72D-E505B647CC61}" type="presOf" srcId="{8B38D750-CF08-403D-A495-56AB192E8A2C}" destId="{41C6871A-6748-4E3B-84C2-E7B907A2BA9A}" srcOrd="0" destOrd="0" presId="urn:microsoft.com/office/officeart/2005/8/layout/process5"/>
    <dgm:cxn modelId="{42F00152-4C9A-4E97-ADB2-ABD14BF1F503}" srcId="{2847B0AB-11EF-489A-8CA1-C68F1F97B86E}" destId="{BB03BA58-E1B6-4FE7-A94F-51D6DA512E52}" srcOrd="2" destOrd="0" parTransId="{913353D8-F5DC-4CA6-921B-EA695FA55CCF}" sibTransId="{8B38D750-CF08-403D-A495-56AB192E8A2C}"/>
    <dgm:cxn modelId="{650C3479-EF27-4DC5-8DB7-F8FE50A097EA}" type="presOf" srcId="{274A8D4F-0D3B-4F98-9858-AF069230D714}" destId="{BFF1501F-EBC3-40F7-BBA9-70D4AB4846E9}" srcOrd="0" destOrd="0" presId="urn:microsoft.com/office/officeart/2005/8/layout/process5"/>
    <dgm:cxn modelId="{21D5677A-644C-4946-AD13-D98D9F8A80B2}" type="presOf" srcId="{274A8D4F-0D3B-4F98-9858-AF069230D714}" destId="{059B3279-BFF1-4CB6-8D3F-7D8783D7EA0B}" srcOrd="1" destOrd="0" presId="urn:microsoft.com/office/officeart/2005/8/layout/process5"/>
    <dgm:cxn modelId="{E7C9A388-C44A-4D50-9CAC-DE5DEB0B328E}" type="presOf" srcId="{8E0FD805-5E85-46B3-90AA-A295E4089779}" destId="{D38D30CB-400F-496F-BE2E-7B2BF217B0C0}" srcOrd="0" destOrd="0" presId="urn:microsoft.com/office/officeart/2005/8/layout/process5"/>
    <dgm:cxn modelId="{A7284C94-FFA7-477E-858C-1BC368EA04F8}" type="presOf" srcId="{41807747-6823-44F6-AAD5-D03CEC0C2181}" destId="{51EB8C0D-263B-4B47-9603-8AB242D29739}" srcOrd="1" destOrd="0" presId="urn:microsoft.com/office/officeart/2005/8/layout/process5"/>
    <dgm:cxn modelId="{F1A5AB98-4971-47A3-B8E0-F7B580FCC0AE}" type="presOf" srcId="{70603AD3-3EB6-4836-A064-984C0FD4BF69}" destId="{7D2F4F5C-4803-4590-89E3-F202F786896A}" srcOrd="1" destOrd="0" presId="urn:microsoft.com/office/officeart/2005/8/layout/process5"/>
    <dgm:cxn modelId="{B94957A1-4098-41F0-AC4D-82C83249D5A1}" type="presOf" srcId="{70603AD3-3EB6-4836-A064-984C0FD4BF69}" destId="{10D20083-A38D-4121-90A0-420EE1A6D403}" srcOrd="0" destOrd="0" presId="urn:microsoft.com/office/officeart/2005/8/layout/process5"/>
    <dgm:cxn modelId="{E8B070AE-2102-4043-ABEB-29FF9A896D35}" type="presOf" srcId="{69CD5503-1FA8-49E2-9E46-38AE9B1B141B}" destId="{8C2D4F45-634F-4A70-820E-A9FCAE788322}" srcOrd="0" destOrd="0" presId="urn:microsoft.com/office/officeart/2005/8/layout/process5"/>
    <dgm:cxn modelId="{08B000B1-3B98-491D-BF2D-C0AFC09FEC68}" type="presOf" srcId="{77B382B6-75EB-4ED4-8163-21742519579C}" destId="{4389B18E-3608-4C48-82BB-12B755195F7A}" srcOrd="0" destOrd="0" presId="urn:microsoft.com/office/officeart/2005/8/layout/process5"/>
    <dgm:cxn modelId="{B8C640B5-F6B1-48F8-A178-335B54A006FC}" srcId="{2847B0AB-11EF-489A-8CA1-C68F1F97B86E}" destId="{E393A303-4FFD-4474-B3EA-B3FCF40DBF00}" srcOrd="3" destOrd="0" parTransId="{30B7F6A6-8E4F-4785-A9EF-6EA334CA2F30}" sibTransId="{70603AD3-3EB6-4836-A064-984C0FD4BF69}"/>
    <dgm:cxn modelId="{9A2DE4BF-FA77-4430-B01B-BA42C0F5DD66}" srcId="{2847B0AB-11EF-489A-8CA1-C68F1F97B86E}" destId="{8E0FD805-5E85-46B3-90AA-A295E4089779}" srcOrd="0" destOrd="0" parTransId="{5D368A27-4DF7-45DC-8259-6F1A6FC4A0DD}" sibTransId="{274A8D4F-0D3B-4F98-9858-AF069230D714}"/>
    <dgm:cxn modelId="{EC59ECCD-8EA9-464D-9132-6E59E05FEE87}" srcId="{2847B0AB-11EF-489A-8CA1-C68F1F97B86E}" destId="{77B382B6-75EB-4ED4-8163-21742519579C}" srcOrd="4" destOrd="0" parTransId="{C84C6188-1A4C-41BF-A3EA-008F164A0759}" sibTransId="{BB404BF1-5F31-4F70-8433-D9DDE1F0D74A}"/>
    <dgm:cxn modelId="{72DCE8D2-BACB-49DD-B5BB-4BCD5F1717B6}" srcId="{2847B0AB-11EF-489A-8CA1-C68F1F97B86E}" destId="{69CD5503-1FA8-49E2-9E46-38AE9B1B141B}" srcOrd="1" destOrd="0" parTransId="{DF781DB4-0C2C-4F1B-AB43-AD63FD9D9D39}" sibTransId="{41807747-6823-44F6-AAD5-D03CEC0C2181}"/>
    <dgm:cxn modelId="{E4318BD3-7017-4CB4-A44F-622B71AFEC27}" type="presOf" srcId="{E393A303-4FFD-4474-B3EA-B3FCF40DBF00}" destId="{C71784BC-C74B-4B4B-9771-2849E442C594}" srcOrd="0" destOrd="0" presId="urn:microsoft.com/office/officeart/2005/8/layout/process5"/>
    <dgm:cxn modelId="{3121B31C-42E8-4228-AA6D-435259361FAA}" type="presParOf" srcId="{66BD97E4-E17F-4359-A0BA-737798299914}" destId="{D38D30CB-400F-496F-BE2E-7B2BF217B0C0}" srcOrd="0" destOrd="0" presId="urn:microsoft.com/office/officeart/2005/8/layout/process5"/>
    <dgm:cxn modelId="{144E0A38-5B44-45B2-BB08-FA4064D54DA0}" type="presParOf" srcId="{66BD97E4-E17F-4359-A0BA-737798299914}" destId="{BFF1501F-EBC3-40F7-BBA9-70D4AB4846E9}" srcOrd="1" destOrd="0" presId="urn:microsoft.com/office/officeart/2005/8/layout/process5"/>
    <dgm:cxn modelId="{207D11B9-BEF8-4E74-93D1-B676E30E54BF}" type="presParOf" srcId="{BFF1501F-EBC3-40F7-BBA9-70D4AB4846E9}" destId="{059B3279-BFF1-4CB6-8D3F-7D8783D7EA0B}" srcOrd="0" destOrd="0" presId="urn:microsoft.com/office/officeart/2005/8/layout/process5"/>
    <dgm:cxn modelId="{2DFB3484-4607-43BF-938D-DEFA5BBD23E5}" type="presParOf" srcId="{66BD97E4-E17F-4359-A0BA-737798299914}" destId="{8C2D4F45-634F-4A70-820E-A9FCAE788322}" srcOrd="2" destOrd="0" presId="urn:microsoft.com/office/officeart/2005/8/layout/process5"/>
    <dgm:cxn modelId="{819C2349-7C17-40F9-818B-A6EDB33AA540}" type="presParOf" srcId="{66BD97E4-E17F-4359-A0BA-737798299914}" destId="{E059191A-4ACB-4460-AD97-0424BB7DAB68}" srcOrd="3" destOrd="0" presId="urn:microsoft.com/office/officeart/2005/8/layout/process5"/>
    <dgm:cxn modelId="{5E43A211-0571-4F1C-834F-94E3FB0183BC}" type="presParOf" srcId="{E059191A-4ACB-4460-AD97-0424BB7DAB68}" destId="{51EB8C0D-263B-4B47-9603-8AB242D29739}" srcOrd="0" destOrd="0" presId="urn:microsoft.com/office/officeart/2005/8/layout/process5"/>
    <dgm:cxn modelId="{2E412B52-5D43-43A7-981E-33618D80E93F}" type="presParOf" srcId="{66BD97E4-E17F-4359-A0BA-737798299914}" destId="{FFB2E805-1211-43E5-B1B8-469753F190AE}" srcOrd="4" destOrd="0" presId="urn:microsoft.com/office/officeart/2005/8/layout/process5"/>
    <dgm:cxn modelId="{8E8DCAB5-7959-4969-9044-CC7062AC794C}" type="presParOf" srcId="{66BD97E4-E17F-4359-A0BA-737798299914}" destId="{41C6871A-6748-4E3B-84C2-E7B907A2BA9A}" srcOrd="5" destOrd="0" presId="urn:microsoft.com/office/officeart/2005/8/layout/process5"/>
    <dgm:cxn modelId="{D2CE2930-CE04-4183-9DC0-D286394F71D0}" type="presParOf" srcId="{41C6871A-6748-4E3B-84C2-E7B907A2BA9A}" destId="{E16C6838-80E3-4098-8E72-76940DF27299}" srcOrd="0" destOrd="0" presId="urn:microsoft.com/office/officeart/2005/8/layout/process5"/>
    <dgm:cxn modelId="{9C85580B-2C15-4F65-905C-DFA4E65A5E55}" type="presParOf" srcId="{66BD97E4-E17F-4359-A0BA-737798299914}" destId="{C71784BC-C74B-4B4B-9771-2849E442C594}" srcOrd="6" destOrd="0" presId="urn:microsoft.com/office/officeart/2005/8/layout/process5"/>
    <dgm:cxn modelId="{C75009DE-7D4B-4061-B03B-8245EC95528B}" type="presParOf" srcId="{66BD97E4-E17F-4359-A0BA-737798299914}" destId="{10D20083-A38D-4121-90A0-420EE1A6D403}" srcOrd="7" destOrd="0" presId="urn:microsoft.com/office/officeart/2005/8/layout/process5"/>
    <dgm:cxn modelId="{D142351D-9810-4D69-924F-5B86199019A3}" type="presParOf" srcId="{10D20083-A38D-4121-90A0-420EE1A6D403}" destId="{7D2F4F5C-4803-4590-89E3-F202F786896A}" srcOrd="0" destOrd="0" presId="urn:microsoft.com/office/officeart/2005/8/layout/process5"/>
    <dgm:cxn modelId="{CC33475D-E5D7-429B-81A4-44363E170745}" type="presParOf" srcId="{66BD97E4-E17F-4359-A0BA-737798299914}" destId="{4389B18E-3608-4C48-82BB-12B755195F7A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A0AD8B-46AF-4356-8A87-1AFBC6DECEB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237732-4E5C-40F8-BE1B-779FA0008283}">
      <dgm:prSet/>
      <dgm:spPr/>
      <dgm:t>
        <a:bodyPr/>
        <a:lstStyle/>
        <a:p>
          <a:pPr>
            <a:lnSpc>
              <a:spcPct val="100000"/>
            </a:lnSpc>
          </a:pPr>
          <a:r>
            <a:rPr lang="es-SV" dirty="0">
              <a:solidFill>
                <a:srgbClr val="FF0000"/>
              </a:solidFill>
            </a:rPr>
            <a:t>¿Qué son?</a:t>
          </a:r>
          <a:endParaRPr lang="en-US" dirty="0">
            <a:solidFill>
              <a:srgbClr val="FF0000"/>
            </a:solidFill>
          </a:endParaRPr>
        </a:p>
      </dgm:t>
    </dgm:pt>
    <dgm:pt modelId="{458AF0B2-5620-4152-BFDA-3E462A161C08}" type="parTrans" cxnId="{AA9903CD-83BC-413F-9F75-9F468CAC8206}">
      <dgm:prSet/>
      <dgm:spPr/>
      <dgm:t>
        <a:bodyPr/>
        <a:lstStyle/>
        <a:p>
          <a:endParaRPr lang="en-US"/>
        </a:p>
      </dgm:t>
    </dgm:pt>
    <dgm:pt modelId="{A74DC81B-125D-4960-9E4D-92DF9E987F3D}" type="sibTrans" cxnId="{AA9903CD-83BC-413F-9F75-9F468CAC8206}">
      <dgm:prSet/>
      <dgm:spPr/>
      <dgm:t>
        <a:bodyPr/>
        <a:lstStyle/>
        <a:p>
          <a:endParaRPr lang="en-US"/>
        </a:p>
      </dgm:t>
    </dgm:pt>
    <dgm:pt modelId="{78D705F1-CC3E-49F0-9F3B-8E750FD68FFC}">
      <dgm:prSet/>
      <dgm:spPr/>
      <dgm:t>
        <a:bodyPr/>
        <a:lstStyle/>
        <a:p>
          <a:pPr>
            <a:lnSpc>
              <a:spcPct val="100000"/>
            </a:lnSpc>
          </a:pPr>
          <a:r>
            <a:rPr lang="es-SV" dirty="0">
              <a:solidFill>
                <a:srgbClr val="FF0000"/>
              </a:solidFill>
            </a:rPr>
            <a:t>Son las necesidades o condiciones que debe cumplir un sistema</a:t>
          </a:r>
          <a:endParaRPr lang="en-US" dirty="0">
            <a:solidFill>
              <a:srgbClr val="FF0000"/>
            </a:solidFill>
          </a:endParaRPr>
        </a:p>
      </dgm:t>
    </dgm:pt>
    <dgm:pt modelId="{5AE44F40-5D6E-4A28-99A4-70CF6CDA62B8}" type="parTrans" cxnId="{4A3F1D39-259C-47FD-ADD6-B716AE2854E2}">
      <dgm:prSet/>
      <dgm:spPr/>
      <dgm:t>
        <a:bodyPr/>
        <a:lstStyle/>
        <a:p>
          <a:endParaRPr lang="en-US"/>
        </a:p>
      </dgm:t>
    </dgm:pt>
    <dgm:pt modelId="{F40CE1AC-DD2A-4A12-9EDD-F6E2F94F3384}" type="sibTrans" cxnId="{4A3F1D39-259C-47FD-ADD6-B716AE2854E2}">
      <dgm:prSet/>
      <dgm:spPr/>
      <dgm:t>
        <a:bodyPr/>
        <a:lstStyle/>
        <a:p>
          <a:endParaRPr lang="en-US"/>
        </a:p>
      </dgm:t>
    </dgm:pt>
    <dgm:pt modelId="{4CA81242-351B-4269-B068-AB84F1703B7C}" type="pres">
      <dgm:prSet presAssocID="{65A0AD8B-46AF-4356-8A87-1AFBC6DECEBB}" presName="root" presStyleCnt="0">
        <dgm:presLayoutVars>
          <dgm:dir/>
          <dgm:resizeHandles val="exact"/>
        </dgm:presLayoutVars>
      </dgm:prSet>
      <dgm:spPr/>
    </dgm:pt>
    <dgm:pt modelId="{F286A009-585E-4996-84B9-9E7C59797E51}" type="pres">
      <dgm:prSet presAssocID="{A6237732-4E5C-40F8-BE1B-779FA0008283}" presName="compNode" presStyleCnt="0"/>
      <dgm:spPr/>
    </dgm:pt>
    <dgm:pt modelId="{19E783F7-E3EF-4045-8F19-005CA2C7D599}" type="pres">
      <dgm:prSet presAssocID="{A6237732-4E5C-40F8-BE1B-779FA0008283}" presName="bgRect" presStyleLbl="bgShp" presStyleIdx="0" presStyleCnt="2" custLinFactNeighborX="4" custLinFactNeighborY="-4779"/>
      <dgm:spPr/>
    </dgm:pt>
    <dgm:pt modelId="{F37E0256-1FB7-4479-A2EB-37CDEDE5C29F}" type="pres">
      <dgm:prSet presAssocID="{A6237732-4E5C-40F8-BE1B-779FA000828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0D0470FC-AAAC-4167-ACAF-FD294A2D9255}" type="pres">
      <dgm:prSet presAssocID="{A6237732-4E5C-40F8-BE1B-779FA0008283}" presName="spaceRect" presStyleCnt="0"/>
      <dgm:spPr/>
    </dgm:pt>
    <dgm:pt modelId="{094ECF18-073D-41C1-8E9A-FFABCFE4BC45}" type="pres">
      <dgm:prSet presAssocID="{A6237732-4E5C-40F8-BE1B-779FA0008283}" presName="parTx" presStyleLbl="revTx" presStyleIdx="0" presStyleCnt="2">
        <dgm:presLayoutVars>
          <dgm:chMax val="0"/>
          <dgm:chPref val="0"/>
        </dgm:presLayoutVars>
      </dgm:prSet>
      <dgm:spPr/>
    </dgm:pt>
    <dgm:pt modelId="{54F7E726-3954-4994-AB4A-EA6B3BD6FEDB}" type="pres">
      <dgm:prSet presAssocID="{A74DC81B-125D-4960-9E4D-92DF9E987F3D}" presName="sibTrans" presStyleCnt="0"/>
      <dgm:spPr/>
    </dgm:pt>
    <dgm:pt modelId="{BCEDBA43-88AC-46D9-9F7A-E1252A16D4C8}" type="pres">
      <dgm:prSet presAssocID="{78D705F1-CC3E-49F0-9F3B-8E750FD68FFC}" presName="compNode" presStyleCnt="0"/>
      <dgm:spPr/>
    </dgm:pt>
    <dgm:pt modelId="{F952D9F0-8EA1-460D-B1DE-2C980CDD7637}" type="pres">
      <dgm:prSet presAssocID="{78D705F1-CC3E-49F0-9F3B-8E750FD68FFC}" presName="bgRect" presStyleLbl="bgShp" presStyleIdx="1" presStyleCnt="2" custLinFactNeighborX="-2553" custLinFactNeighborY="-4779"/>
      <dgm:spPr/>
    </dgm:pt>
    <dgm:pt modelId="{947FDF4F-0BBF-4500-B63F-432B449AF538}" type="pres">
      <dgm:prSet presAssocID="{78D705F1-CC3E-49F0-9F3B-8E750FD68FF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2AB69102-9F4A-4F08-AC73-9CE849B807E8}" type="pres">
      <dgm:prSet presAssocID="{78D705F1-CC3E-49F0-9F3B-8E750FD68FFC}" presName="spaceRect" presStyleCnt="0"/>
      <dgm:spPr/>
    </dgm:pt>
    <dgm:pt modelId="{260B1718-34EE-48D6-BDDD-2E5708A1CC37}" type="pres">
      <dgm:prSet presAssocID="{78D705F1-CC3E-49F0-9F3B-8E750FD68FF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A3F1D39-259C-47FD-ADD6-B716AE2854E2}" srcId="{65A0AD8B-46AF-4356-8A87-1AFBC6DECEBB}" destId="{78D705F1-CC3E-49F0-9F3B-8E750FD68FFC}" srcOrd="1" destOrd="0" parTransId="{5AE44F40-5D6E-4A28-99A4-70CF6CDA62B8}" sibTransId="{F40CE1AC-DD2A-4A12-9EDD-F6E2F94F3384}"/>
    <dgm:cxn modelId="{172D577E-B4BA-4649-A924-9BFC3AAA009C}" type="presOf" srcId="{65A0AD8B-46AF-4356-8A87-1AFBC6DECEBB}" destId="{4CA81242-351B-4269-B068-AB84F1703B7C}" srcOrd="0" destOrd="0" presId="urn:microsoft.com/office/officeart/2018/2/layout/IconVerticalSolidList"/>
    <dgm:cxn modelId="{AA9903CD-83BC-413F-9F75-9F468CAC8206}" srcId="{65A0AD8B-46AF-4356-8A87-1AFBC6DECEBB}" destId="{A6237732-4E5C-40F8-BE1B-779FA0008283}" srcOrd="0" destOrd="0" parTransId="{458AF0B2-5620-4152-BFDA-3E462A161C08}" sibTransId="{A74DC81B-125D-4960-9E4D-92DF9E987F3D}"/>
    <dgm:cxn modelId="{E3C812D8-4D5D-430D-B426-AF275DC92483}" type="presOf" srcId="{A6237732-4E5C-40F8-BE1B-779FA0008283}" destId="{094ECF18-073D-41C1-8E9A-FFABCFE4BC45}" srcOrd="0" destOrd="0" presId="urn:microsoft.com/office/officeart/2018/2/layout/IconVerticalSolidList"/>
    <dgm:cxn modelId="{DA9EC9EC-2E64-446C-83D5-4CE36FAB85FD}" type="presOf" srcId="{78D705F1-CC3E-49F0-9F3B-8E750FD68FFC}" destId="{260B1718-34EE-48D6-BDDD-2E5708A1CC37}" srcOrd="0" destOrd="0" presId="urn:microsoft.com/office/officeart/2018/2/layout/IconVerticalSolidList"/>
    <dgm:cxn modelId="{097C3E50-3A2D-4542-8BE5-FD41FAA5FF5B}" type="presParOf" srcId="{4CA81242-351B-4269-B068-AB84F1703B7C}" destId="{F286A009-585E-4996-84B9-9E7C59797E51}" srcOrd="0" destOrd="0" presId="urn:microsoft.com/office/officeart/2018/2/layout/IconVerticalSolidList"/>
    <dgm:cxn modelId="{36D59340-E2D7-4059-86F6-7BC01882FBA3}" type="presParOf" srcId="{F286A009-585E-4996-84B9-9E7C59797E51}" destId="{19E783F7-E3EF-4045-8F19-005CA2C7D599}" srcOrd="0" destOrd="0" presId="urn:microsoft.com/office/officeart/2018/2/layout/IconVerticalSolidList"/>
    <dgm:cxn modelId="{D5BC6BA3-55EF-4264-B6A4-39305D00E9B0}" type="presParOf" srcId="{F286A009-585E-4996-84B9-9E7C59797E51}" destId="{F37E0256-1FB7-4479-A2EB-37CDEDE5C29F}" srcOrd="1" destOrd="0" presId="urn:microsoft.com/office/officeart/2018/2/layout/IconVerticalSolidList"/>
    <dgm:cxn modelId="{92553D70-3F29-4286-BB80-F78B9141C8A4}" type="presParOf" srcId="{F286A009-585E-4996-84B9-9E7C59797E51}" destId="{0D0470FC-AAAC-4167-ACAF-FD294A2D9255}" srcOrd="2" destOrd="0" presId="urn:microsoft.com/office/officeart/2018/2/layout/IconVerticalSolidList"/>
    <dgm:cxn modelId="{E6653820-B61F-485F-B99B-00D800A5E36C}" type="presParOf" srcId="{F286A009-585E-4996-84B9-9E7C59797E51}" destId="{094ECF18-073D-41C1-8E9A-FFABCFE4BC45}" srcOrd="3" destOrd="0" presId="urn:microsoft.com/office/officeart/2018/2/layout/IconVerticalSolidList"/>
    <dgm:cxn modelId="{17586727-0710-46D8-B029-830D3187EC1E}" type="presParOf" srcId="{4CA81242-351B-4269-B068-AB84F1703B7C}" destId="{54F7E726-3954-4994-AB4A-EA6B3BD6FEDB}" srcOrd="1" destOrd="0" presId="urn:microsoft.com/office/officeart/2018/2/layout/IconVerticalSolidList"/>
    <dgm:cxn modelId="{44C0F444-D33E-4402-A4A0-C27F0C31CBB9}" type="presParOf" srcId="{4CA81242-351B-4269-B068-AB84F1703B7C}" destId="{BCEDBA43-88AC-46D9-9F7A-E1252A16D4C8}" srcOrd="2" destOrd="0" presId="urn:microsoft.com/office/officeart/2018/2/layout/IconVerticalSolidList"/>
    <dgm:cxn modelId="{D8B0E2F8-97B3-4F7F-B709-21AD0C57DC9C}" type="presParOf" srcId="{BCEDBA43-88AC-46D9-9F7A-E1252A16D4C8}" destId="{F952D9F0-8EA1-460D-B1DE-2C980CDD7637}" srcOrd="0" destOrd="0" presId="urn:microsoft.com/office/officeart/2018/2/layout/IconVerticalSolidList"/>
    <dgm:cxn modelId="{2F4D8DC0-E034-43A8-B126-1B8ACAFFEA1C}" type="presParOf" srcId="{BCEDBA43-88AC-46D9-9F7A-E1252A16D4C8}" destId="{947FDF4F-0BBF-4500-B63F-432B449AF538}" srcOrd="1" destOrd="0" presId="urn:microsoft.com/office/officeart/2018/2/layout/IconVerticalSolidList"/>
    <dgm:cxn modelId="{DD2EBAD2-BA26-41D0-96D0-591923EB2B4E}" type="presParOf" srcId="{BCEDBA43-88AC-46D9-9F7A-E1252A16D4C8}" destId="{2AB69102-9F4A-4F08-AC73-9CE849B807E8}" srcOrd="2" destOrd="0" presId="urn:microsoft.com/office/officeart/2018/2/layout/IconVerticalSolidList"/>
    <dgm:cxn modelId="{F623F2F8-7560-4BC4-A7A6-9D2D00206518}" type="presParOf" srcId="{BCEDBA43-88AC-46D9-9F7A-E1252A16D4C8}" destId="{260B1718-34EE-48D6-BDDD-2E5708A1CC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BFF869-80CC-4863-BB45-166833199CC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03F0073-53F7-4FCE-ABDB-7456D6FF9712}">
      <dgm:prSet/>
      <dgm:spPr/>
      <dgm:t>
        <a:bodyPr/>
        <a:lstStyle/>
        <a:p>
          <a:r>
            <a:rPr lang="es-SV"/>
            <a:t>Ejemplos :</a:t>
          </a:r>
          <a:endParaRPr lang="en-US"/>
        </a:p>
      </dgm:t>
    </dgm:pt>
    <dgm:pt modelId="{54FEC9FE-D715-474D-8165-95A23984BFDF}" type="parTrans" cxnId="{F81A10D6-AC57-4FE9-B964-FDE9E092C05C}">
      <dgm:prSet/>
      <dgm:spPr/>
      <dgm:t>
        <a:bodyPr/>
        <a:lstStyle/>
        <a:p>
          <a:endParaRPr lang="en-US"/>
        </a:p>
      </dgm:t>
    </dgm:pt>
    <dgm:pt modelId="{CBF0D100-8786-4B4E-A96E-90B7BB45E784}" type="sibTrans" cxnId="{F81A10D6-AC57-4FE9-B964-FDE9E092C05C}">
      <dgm:prSet/>
      <dgm:spPr/>
      <dgm:t>
        <a:bodyPr/>
        <a:lstStyle/>
        <a:p>
          <a:endParaRPr lang="en-US"/>
        </a:p>
      </dgm:t>
    </dgm:pt>
    <dgm:pt modelId="{CDA0EFA9-0452-4157-A7D1-CF5545518917}">
      <dgm:prSet/>
      <dgm:spPr/>
      <dgm:t>
        <a:bodyPr/>
        <a:lstStyle/>
        <a:p>
          <a:r>
            <a:rPr lang="es-SV"/>
            <a:t>El sistema debe permitir iniciar sesión</a:t>
          </a:r>
          <a:endParaRPr lang="en-US"/>
        </a:p>
      </dgm:t>
    </dgm:pt>
    <dgm:pt modelId="{4FB8FB37-2A38-4DE2-B1B4-AA4EDCFE18C1}" type="parTrans" cxnId="{63800F8B-19CF-491C-95A3-97384340A698}">
      <dgm:prSet/>
      <dgm:spPr/>
      <dgm:t>
        <a:bodyPr/>
        <a:lstStyle/>
        <a:p>
          <a:endParaRPr lang="en-US"/>
        </a:p>
      </dgm:t>
    </dgm:pt>
    <dgm:pt modelId="{0499A7A4-6A8D-4569-BBB7-6021E53F2860}" type="sibTrans" cxnId="{63800F8B-19CF-491C-95A3-97384340A698}">
      <dgm:prSet/>
      <dgm:spPr/>
      <dgm:t>
        <a:bodyPr/>
        <a:lstStyle/>
        <a:p>
          <a:endParaRPr lang="en-US"/>
        </a:p>
      </dgm:t>
    </dgm:pt>
    <dgm:pt modelId="{86525C80-518B-4D36-96AF-57BEA953F1B9}">
      <dgm:prSet/>
      <dgm:spPr/>
      <dgm:t>
        <a:bodyPr/>
        <a:lstStyle/>
        <a:p>
          <a:r>
            <a:rPr lang="es-SV"/>
            <a:t>El sistema debe registrar usuarios</a:t>
          </a:r>
          <a:endParaRPr lang="en-US"/>
        </a:p>
      </dgm:t>
    </dgm:pt>
    <dgm:pt modelId="{4E569909-ACE6-42E5-88DF-09400039CB8B}" type="parTrans" cxnId="{94080C13-DCBF-4C91-B372-76F4CB116701}">
      <dgm:prSet/>
      <dgm:spPr/>
      <dgm:t>
        <a:bodyPr/>
        <a:lstStyle/>
        <a:p>
          <a:endParaRPr lang="en-US"/>
        </a:p>
      </dgm:t>
    </dgm:pt>
    <dgm:pt modelId="{BCB2863A-2877-42CD-9CA3-01F10ACAA3E3}" type="sibTrans" cxnId="{94080C13-DCBF-4C91-B372-76F4CB116701}">
      <dgm:prSet/>
      <dgm:spPr/>
      <dgm:t>
        <a:bodyPr/>
        <a:lstStyle/>
        <a:p>
          <a:endParaRPr lang="en-US"/>
        </a:p>
      </dgm:t>
    </dgm:pt>
    <dgm:pt modelId="{086E6067-7324-4F1A-A905-0027BD9FF967}">
      <dgm:prSet/>
      <dgm:spPr/>
      <dgm:t>
        <a:bodyPr/>
        <a:lstStyle/>
        <a:p>
          <a:r>
            <a:rPr lang="es-SV"/>
            <a:t>El sistema debe asegurar reportes </a:t>
          </a:r>
          <a:endParaRPr lang="en-US"/>
        </a:p>
      </dgm:t>
    </dgm:pt>
    <dgm:pt modelId="{7A36555F-7F38-4D7B-AD92-F5D6E84349A5}" type="parTrans" cxnId="{D08796B0-2E9E-4A9F-8389-838D485AD94F}">
      <dgm:prSet/>
      <dgm:spPr/>
      <dgm:t>
        <a:bodyPr/>
        <a:lstStyle/>
        <a:p>
          <a:endParaRPr lang="en-US"/>
        </a:p>
      </dgm:t>
    </dgm:pt>
    <dgm:pt modelId="{3AA4B8F1-872D-4B73-A9E3-51EF57C19827}" type="sibTrans" cxnId="{D08796B0-2E9E-4A9F-8389-838D485AD94F}">
      <dgm:prSet/>
      <dgm:spPr/>
      <dgm:t>
        <a:bodyPr/>
        <a:lstStyle/>
        <a:p>
          <a:endParaRPr lang="en-US"/>
        </a:p>
      </dgm:t>
    </dgm:pt>
    <dgm:pt modelId="{8779BF2B-172A-4F2D-995F-E6283D26298E}">
      <dgm:prSet/>
      <dgm:spPr/>
      <dgm:t>
        <a:bodyPr/>
        <a:lstStyle/>
        <a:p>
          <a:r>
            <a:rPr lang="es-SV"/>
            <a:t>El sistemas debe guardar informacion </a:t>
          </a:r>
          <a:endParaRPr lang="en-US"/>
        </a:p>
      </dgm:t>
    </dgm:pt>
    <dgm:pt modelId="{E8434D29-96BB-4D75-81F5-AEC1EA659431}" type="parTrans" cxnId="{416BA1D7-0A8C-4FBE-BAE6-E0EEC132B25B}">
      <dgm:prSet/>
      <dgm:spPr/>
      <dgm:t>
        <a:bodyPr/>
        <a:lstStyle/>
        <a:p>
          <a:endParaRPr lang="en-US"/>
        </a:p>
      </dgm:t>
    </dgm:pt>
    <dgm:pt modelId="{04758C04-E642-48D6-A472-2C9533AC9780}" type="sibTrans" cxnId="{416BA1D7-0A8C-4FBE-BAE6-E0EEC132B25B}">
      <dgm:prSet/>
      <dgm:spPr/>
      <dgm:t>
        <a:bodyPr/>
        <a:lstStyle/>
        <a:p>
          <a:endParaRPr lang="en-US"/>
        </a:p>
      </dgm:t>
    </dgm:pt>
    <dgm:pt modelId="{BF4662FB-CBE6-4CDB-A290-422083F64E08}" type="pres">
      <dgm:prSet presAssocID="{CDBFF869-80CC-4863-BB45-166833199CC7}" presName="diagram" presStyleCnt="0">
        <dgm:presLayoutVars>
          <dgm:dir/>
          <dgm:resizeHandles val="exact"/>
        </dgm:presLayoutVars>
      </dgm:prSet>
      <dgm:spPr/>
    </dgm:pt>
    <dgm:pt modelId="{A560842F-F912-4B64-B54C-95591A0CC742}" type="pres">
      <dgm:prSet presAssocID="{203F0073-53F7-4FCE-ABDB-7456D6FF9712}" presName="node" presStyleLbl="node1" presStyleIdx="0" presStyleCnt="5">
        <dgm:presLayoutVars>
          <dgm:bulletEnabled val="1"/>
        </dgm:presLayoutVars>
      </dgm:prSet>
      <dgm:spPr/>
    </dgm:pt>
    <dgm:pt modelId="{B81E2926-0B57-4923-96AE-C7794EC24BE7}" type="pres">
      <dgm:prSet presAssocID="{CBF0D100-8786-4B4E-A96E-90B7BB45E784}" presName="sibTrans" presStyleCnt="0"/>
      <dgm:spPr/>
    </dgm:pt>
    <dgm:pt modelId="{1CC92C2B-BBC9-4DA1-BFAA-223FD5555270}" type="pres">
      <dgm:prSet presAssocID="{CDA0EFA9-0452-4157-A7D1-CF5545518917}" presName="node" presStyleLbl="node1" presStyleIdx="1" presStyleCnt="5">
        <dgm:presLayoutVars>
          <dgm:bulletEnabled val="1"/>
        </dgm:presLayoutVars>
      </dgm:prSet>
      <dgm:spPr/>
    </dgm:pt>
    <dgm:pt modelId="{F800772B-B04E-4C8C-852D-F1A78369078D}" type="pres">
      <dgm:prSet presAssocID="{0499A7A4-6A8D-4569-BBB7-6021E53F2860}" presName="sibTrans" presStyleCnt="0"/>
      <dgm:spPr/>
    </dgm:pt>
    <dgm:pt modelId="{CFFCEE74-A85F-403E-A6C7-C0DE63B7A9F7}" type="pres">
      <dgm:prSet presAssocID="{86525C80-518B-4D36-96AF-57BEA953F1B9}" presName="node" presStyleLbl="node1" presStyleIdx="2" presStyleCnt="5">
        <dgm:presLayoutVars>
          <dgm:bulletEnabled val="1"/>
        </dgm:presLayoutVars>
      </dgm:prSet>
      <dgm:spPr/>
    </dgm:pt>
    <dgm:pt modelId="{DFB44044-FACC-4F35-9EC9-86F29CD84287}" type="pres">
      <dgm:prSet presAssocID="{BCB2863A-2877-42CD-9CA3-01F10ACAA3E3}" presName="sibTrans" presStyleCnt="0"/>
      <dgm:spPr/>
    </dgm:pt>
    <dgm:pt modelId="{1BF943B6-5CED-4017-BABD-58580D02D49F}" type="pres">
      <dgm:prSet presAssocID="{086E6067-7324-4F1A-A905-0027BD9FF967}" presName="node" presStyleLbl="node1" presStyleIdx="3" presStyleCnt="5">
        <dgm:presLayoutVars>
          <dgm:bulletEnabled val="1"/>
        </dgm:presLayoutVars>
      </dgm:prSet>
      <dgm:spPr/>
    </dgm:pt>
    <dgm:pt modelId="{D53BCAE9-6D93-4023-BF8D-36DA1657C293}" type="pres">
      <dgm:prSet presAssocID="{3AA4B8F1-872D-4B73-A9E3-51EF57C19827}" presName="sibTrans" presStyleCnt="0"/>
      <dgm:spPr/>
    </dgm:pt>
    <dgm:pt modelId="{B2C57D0A-50FA-4874-A7C1-7C2EB416AAE6}" type="pres">
      <dgm:prSet presAssocID="{8779BF2B-172A-4F2D-995F-E6283D26298E}" presName="node" presStyleLbl="node1" presStyleIdx="4" presStyleCnt="5">
        <dgm:presLayoutVars>
          <dgm:bulletEnabled val="1"/>
        </dgm:presLayoutVars>
      </dgm:prSet>
      <dgm:spPr/>
    </dgm:pt>
  </dgm:ptLst>
  <dgm:cxnLst>
    <dgm:cxn modelId="{5DEF600B-DB6E-4833-8FB4-D13EBDD3788D}" type="presOf" srcId="{8779BF2B-172A-4F2D-995F-E6283D26298E}" destId="{B2C57D0A-50FA-4874-A7C1-7C2EB416AAE6}" srcOrd="0" destOrd="0" presId="urn:microsoft.com/office/officeart/2005/8/layout/default"/>
    <dgm:cxn modelId="{94080C13-DCBF-4C91-B372-76F4CB116701}" srcId="{CDBFF869-80CC-4863-BB45-166833199CC7}" destId="{86525C80-518B-4D36-96AF-57BEA953F1B9}" srcOrd="2" destOrd="0" parTransId="{4E569909-ACE6-42E5-88DF-09400039CB8B}" sibTransId="{BCB2863A-2877-42CD-9CA3-01F10ACAA3E3}"/>
    <dgm:cxn modelId="{07BBAA16-A19F-43B9-99D1-34E8B440AE3E}" type="presOf" srcId="{CDA0EFA9-0452-4157-A7D1-CF5545518917}" destId="{1CC92C2B-BBC9-4DA1-BFAA-223FD5555270}" srcOrd="0" destOrd="0" presId="urn:microsoft.com/office/officeart/2005/8/layout/default"/>
    <dgm:cxn modelId="{BE309762-E57A-4349-937E-CC25BEF3E16F}" type="presOf" srcId="{CDBFF869-80CC-4863-BB45-166833199CC7}" destId="{BF4662FB-CBE6-4CDB-A290-422083F64E08}" srcOrd="0" destOrd="0" presId="urn:microsoft.com/office/officeart/2005/8/layout/default"/>
    <dgm:cxn modelId="{F07E3147-49CE-4821-84CA-F67B5780469F}" type="presOf" srcId="{086E6067-7324-4F1A-A905-0027BD9FF967}" destId="{1BF943B6-5CED-4017-BABD-58580D02D49F}" srcOrd="0" destOrd="0" presId="urn:microsoft.com/office/officeart/2005/8/layout/default"/>
    <dgm:cxn modelId="{63800F8B-19CF-491C-95A3-97384340A698}" srcId="{CDBFF869-80CC-4863-BB45-166833199CC7}" destId="{CDA0EFA9-0452-4157-A7D1-CF5545518917}" srcOrd="1" destOrd="0" parTransId="{4FB8FB37-2A38-4DE2-B1B4-AA4EDCFE18C1}" sibTransId="{0499A7A4-6A8D-4569-BBB7-6021E53F2860}"/>
    <dgm:cxn modelId="{D08796B0-2E9E-4A9F-8389-838D485AD94F}" srcId="{CDBFF869-80CC-4863-BB45-166833199CC7}" destId="{086E6067-7324-4F1A-A905-0027BD9FF967}" srcOrd="3" destOrd="0" parTransId="{7A36555F-7F38-4D7B-AD92-F5D6E84349A5}" sibTransId="{3AA4B8F1-872D-4B73-A9E3-51EF57C19827}"/>
    <dgm:cxn modelId="{6C82AEB9-4215-4E5B-8E7F-FC49487D7EEB}" type="presOf" srcId="{203F0073-53F7-4FCE-ABDB-7456D6FF9712}" destId="{A560842F-F912-4B64-B54C-95591A0CC742}" srcOrd="0" destOrd="0" presId="urn:microsoft.com/office/officeart/2005/8/layout/default"/>
    <dgm:cxn modelId="{F81A10D6-AC57-4FE9-B964-FDE9E092C05C}" srcId="{CDBFF869-80CC-4863-BB45-166833199CC7}" destId="{203F0073-53F7-4FCE-ABDB-7456D6FF9712}" srcOrd="0" destOrd="0" parTransId="{54FEC9FE-D715-474D-8165-95A23984BFDF}" sibTransId="{CBF0D100-8786-4B4E-A96E-90B7BB45E784}"/>
    <dgm:cxn modelId="{416BA1D7-0A8C-4FBE-BAE6-E0EEC132B25B}" srcId="{CDBFF869-80CC-4863-BB45-166833199CC7}" destId="{8779BF2B-172A-4F2D-995F-E6283D26298E}" srcOrd="4" destOrd="0" parTransId="{E8434D29-96BB-4D75-81F5-AEC1EA659431}" sibTransId="{04758C04-E642-48D6-A472-2C9533AC9780}"/>
    <dgm:cxn modelId="{5AA6E2FF-3C2D-4341-AAE8-B7455DA82969}" type="presOf" srcId="{86525C80-518B-4D36-96AF-57BEA953F1B9}" destId="{CFFCEE74-A85F-403E-A6C7-C0DE63B7A9F7}" srcOrd="0" destOrd="0" presId="urn:microsoft.com/office/officeart/2005/8/layout/default"/>
    <dgm:cxn modelId="{82F8A5D3-18B7-4940-8120-D55A3FAE16F3}" type="presParOf" srcId="{BF4662FB-CBE6-4CDB-A290-422083F64E08}" destId="{A560842F-F912-4B64-B54C-95591A0CC742}" srcOrd="0" destOrd="0" presId="urn:microsoft.com/office/officeart/2005/8/layout/default"/>
    <dgm:cxn modelId="{89509E03-07B2-48E7-8481-3648A40C0A29}" type="presParOf" srcId="{BF4662FB-CBE6-4CDB-A290-422083F64E08}" destId="{B81E2926-0B57-4923-96AE-C7794EC24BE7}" srcOrd="1" destOrd="0" presId="urn:microsoft.com/office/officeart/2005/8/layout/default"/>
    <dgm:cxn modelId="{01151F53-1F74-4CEE-901F-44F9C7418504}" type="presParOf" srcId="{BF4662FB-CBE6-4CDB-A290-422083F64E08}" destId="{1CC92C2B-BBC9-4DA1-BFAA-223FD5555270}" srcOrd="2" destOrd="0" presId="urn:microsoft.com/office/officeart/2005/8/layout/default"/>
    <dgm:cxn modelId="{ED47D389-4060-4449-A9CE-B932892F6258}" type="presParOf" srcId="{BF4662FB-CBE6-4CDB-A290-422083F64E08}" destId="{F800772B-B04E-4C8C-852D-F1A78369078D}" srcOrd="3" destOrd="0" presId="urn:microsoft.com/office/officeart/2005/8/layout/default"/>
    <dgm:cxn modelId="{4A15ACB4-BCD3-41A5-9E09-49A34CF66B34}" type="presParOf" srcId="{BF4662FB-CBE6-4CDB-A290-422083F64E08}" destId="{CFFCEE74-A85F-403E-A6C7-C0DE63B7A9F7}" srcOrd="4" destOrd="0" presId="urn:microsoft.com/office/officeart/2005/8/layout/default"/>
    <dgm:cxn modelId="{12E5749F-904C-4FEB-9809-F5E8C3B6E963}" type="presParOf" srcId="{BF4662FB-CBE6-4CDB-A290-422083F64E08}" destId="{DFB44044-FACC-4F35-9EC9-86F29CD84287}" srcOrd="5" destOrd="0" presId="urn:microsoft.com/office/officeart/2005/8/layout/default"/>
    <dgm:cxn modelId="{796EFC8F-31D8-440B-BBA5-D20E87F93AC8}" type="presParOf" srcId="{BF4662FB-CBE6-4CDB-A290-422083F64E08}" destId="{1BF943B6-5CED-4017-BABD-58580D02D49F}" srcOrd="6" destOrd="0" presId="urn:microsoft.com/office/officeart/2005/8/layout/default"/>
    <dgm:cxn modelId="{5CED85A3-B311-44F8-9937-82739E59EB2F}" type="presParOf" srcId="{BF4662FB-CBE6-4CDB-A290-422083F64E08}" destId="{D53BCAE9-6D93-4023-BF8D-36DA1657C293}" srcOrd="7" destOrd="0" presId="urn:microsoft.com/office/officeart/2005/8/layout/default"/>
    <dgm:cxn modelId="{272BD737-9624-4BB0-A9A9-8D68EA5CA168}" type="presParOf" srcId="{BF4662FB-CBE6-4CDB-A290-422083F64E08}" destId="{B2C57D0A-50FA-4874-A7C1-7C2EB416AAE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2A1360-7DF1-4FD0-AD83-CC71AE0401E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2F3CBBB-F19D-4D93-AE84-388DF02A805F}">
      <dgm:prSet/>
      <dgm:spPr/>
      <dgm:t>
        <a:bodyPr/>
        <a:lstStyle/>
        <a:p>
          <a:r>
            <a:rPr lang="es-SV"/>
            <a:t>Ejemplos:</a:t>
          </a:r>
          <a:endParaRPr lang="en-US"/>
        </a:p>
      </dgm:t>
    </dgm:pt>
    <dgm:pt modelId="{6BAAA0CD-4CF2-4D57-8987-2CE6800D311A}" type="parTrans" cxnId="{20FC02DE-34A5-45EA-BCCF-3FAF8FF07C8D}">
      <dgm:prSet/>
      <dgm:spPr/>
      <dgm:t>
        <a:bodyPr/>
        <a:lstStyle/>
        <a:p>
          <a:endParaRPr lang="en-US"/>
        </a:p>
      </dgm:t>
    </dgm:pt>
    <dgm:pt modelId="{C7C404F3-5CDA-4838-BB26-BA597AC40FCB}" type="sibTrans" cxnId="{20FC02DE-34A5-45EA-BCCF-3FAF8FF07C8D}">
      <dgm:prSet/>
      <dgm:spPr/>
      <dgm:t>
        <a:bodyPr/>
        <a:lstStyle/>
        <a:p>
          <a:endParaRPr lang="en-US"/>
        </a:p>
      </dgm:t>
    </dgm:pt>
    <dgm:pt modelId="{09AF5A72-2647-4EDA-A01D-F2D97060DDE0}">
      <dgm:prSet/>
      <dgm:spPr/>
      <dgm:t>
        <a:bodyPr/>
        <a:lstStyle/>
        <a:p>
          <a:r>
            <a:rPr lang="es-SV"/>
            <a:t>El sistema debe ser rápido (responder en menos de 3 segundos)</a:t>
          </a:r>
          <a:endParaRPr lang="en-US"/>
        </a:p>
      </dgm:t>
    </dgm:pt>
    <dgm:pt modelId="{C3725856-A389-4616-BD0D-F978E100AD32}" type="parTrans" cxnId="{B93398FF-7266-43A5-BE9D-03C30FDCE2BA}">
      <dgm:prSet/>
      <dgm:spPr/>
      <dgm:t>
        <a:bodyPr/>
        <a:lstStyle/>
        <a:p>
          <a:endParaRPr lang="en-US"/>
        </a:p>
      </dgm:t>
    </dgm:pt>
    <dgm:pt modelId="{2FB49B3D-D6CD-4EC6-968F-C046F4C12349}" type="sibTrans" cxnId="{B93398FF-7266-43A5-BE9D-03C30FDCE2BA}">
      <dgm:prSet/>
      <dgm:spPr/>
      <dgm:t>
        <a:bodyPr/>
        <a:lstStyle/>
        <a:p>
          <a:endParaRPr lang="en-US"/>
        </a:p>
      </dgm:t>
    </dgm:pt>
    <dgm:pt modelId="{B403C577-FE95-46FB-8B04-671D8B0778C2}">
      <dgm:prSet/>
      <dgm:spPr/>
      <dgm:t>
        <a:bodyPr/>
        <a:lstStyle/>
        <a:p>
          <a:r>
            <a:rPr lang="es-SV"/>
            <a:t>Deber ser seguro</a:t>
          </a:r>
          <a:endParaRPr lang="en-US"/>
        </a:p>
      </dgm:t>
    </dgm:pt>
    <dgm:pt modelId="{09F7FBF6-97FC-4289-9FF9-709312C8D920}" type="parTrans" cxnId="{806FCBD5-A986-4511-B1F3-446EE33EA3F5}">
      <dgm:prSet/>
      <dgm:spPr/>
      <dgm:t>
        <a:bodyPr/>
        <a:lstStyle/>
        <a:p>
          <a:endParaRPr lang="en-US"/>
        </a:p>
      </dgm:t>
    </dgm:pt>
    <dgm:pt modelId="{394610FA-DA0F-43F9-A188-6C115D0EDA2F}" type="sibTrans" cxnId="{806FCBD5-A986-4511-B1F3-446EE33EA3F5}">
      <dgm:prSet/>
      <dgm:spPr/>
      <dgm:t>
        <a:bodyPr/>
        <a:lstStyle/>
        <a:p>
          <a:endParaRPr lang="en-US"/>
        </a:p>
      </dgm:t>
    </dgm:pt>
    <dgm:pt modelId="{F7ED07CC-EDCF-40E6-BCB1-9E3EC905E995}">
      <dgm:prSet/>
      <dgm:spPr/>
      <dgm:t>
        <a:bodyPr/>
        <a:lstStyle/>
        <a:p>
          <a:r>
            <a:rPr lang="es-SV"/>
            <a:t>Debe ser fácil de usar</a:t>
          </a:r>
          <a:endParaRPr lang="en-US"/>
        </a:p>
      </dgm:t>
    </dgm:pt>
    <dgm:pt modelId="{0FBDE835-A931-4A40-9AEC-0617FA2DC1BB}" type="parTrans" cxnId="{224E9E5E-B431-483B-8844-7A6FD6B312EF}">
      <dgm:prSet/>
      <dgm:spPr/>
      <dgm:t>
        <a:bodyPr/>
        <a:lstStyle/>
        <a:p>
          <a:endParaRPr lang="en-US"/>
        </a:p>
      </dgm:t>
    </dgm:pt>
    <dgm:pt modelId="{C1502A0A-C272-46AD-8F26-E8957153FD42}" type="sibTrans" cxnId="{224E9E5E-B431-483B-8844-7A6FD6B312EF}">
      <dgm:prSet/>
      <dgm:spPr/>
      <dgm:t>
        <a:bodyPr/>
        <a:lstStyle/>
        <a:p>
          <a:endParaRPr lang="en-US"/>
        </a:p>
      </dgm:t>
    </dgm:pt>
    <dgm:pt modelId="{3B61400A-5120-4EE0-AE4C-76CF4A598665}">
      <dgm:prSet/>
      <dgm:spPr/>
      <dgm:t>
        <a:bodyPr/>
        <a:lstStyle/>
        <a:p>
          <a:r>
            <a:rPr lang="es-SV" dirty="0"/>
            <a:t>Debe estar disponible 24/7</a:t>
          </a:r>
          <a:endParaRPr lang="en-US" dirty="0"/>
        </a:p>
      </dgm:t>
    </dgm:pt>
    <dgm:pt modelId="{BA1F8E43-FC73-4365-9A40-FC6F435B46EC}" type="parTrans" cxnId="{EAF07BB0-3522-4EF1-B7B7-8D7F2327F9D2}">
      <dgm:prSet/>
      <dgm:spPr/>
      <dgm:t>
        <a:bodyPr/>
        <a:lstStyle/>
        <a:p>
          <a:endParaRPr lang="en-US"/>
        </a:p>
      </dgm:t>
    </dgm:pt>
    <dgm:pt modelId="{8D2129C2-46C8-41FA-914C-6207AF478EDB}" type="sibTrans" cxnId="{EAF07BB0-3522-4EF1-B7B7-8D7F2327F9D2}">
      <dgm:prSet/>
      <dgm:spPr/>
      <dgm:t>
        <a:bodyPr/>
        <a:lstStyle/>
        <a:p>
          <a:endParaRPr lang="en-US"/>
        </a:p>
      </dgm:t>
    </dgm:pt>
    <dgm:pt modelId="{ABA7D0E0-9B00-4387-A6FA-00EEEF94AC59}" type="pres">
      <dgm:prSet presAssocID="{E62A1360-7DF1-4FD0-AD83-CC71AE0401E1}" presName="diagram" presStyleCnt="0">
        <dgm:presLayoutVars>
          <dgm:dir/>
          <dgm:resizeHandles val="exact"/>
        </dgm:presLayoutVars>
      </dgm:prSet>
      <dgm:spPr/>
    </dgm:pt>
    <dgm:pt modelId="{993C2353-9905-45D5-A641-EB9D1521A78F}" type="pres">
      <dgm:prSet presAssocID="{F2F3CBBB-F19D-4D93-AE84-388DF02A805F}" presName="node" presStyleLbl="node1" presStyleIdx="0" presStyleCnt="5">
        <dgm:presLayoutVars>
          <dgm:bulletEnabled val="1"/>
        </dgm:presLayoutVars>
      </dgm:prSet>
      <dgm:spPr/>
    </dgm:pt>
    <dgm:pt modelId="{7762D2E6-0604-408C-ABF5-98C83D9B2A5A}" type="pres">
      <dgm:prSet presAssocID="{C7C404F3-5CDA-4838-BB26-BA597AC40FCB}" presName="sibTrans" presStyleCnt="0"/>
      <dgm:spPr/>
    </dgm:pt>
    <dgm:pt modelId="{6BB17A57-08A0-4A8C-A146-4D0536455900}" type="pres">
      <dgm:prSet presAssocID="{09AF5A72-2647-4EDA-A01D-F2D97060DDE0}" presName="node" presStyleLbl="node1" presStyleIdx="1" presStyleCnt="5">
        <dgm:presLayoutVars>
          <dgm:bulletEnabled val="1"/>
        </dgm:presLayoutVars>
      </dgm:prSet>
      <dgm:spPr/>
    </dgm:pt>
    <dgm:pt modelId="{A5775186-0CA9-40DD-B5CE-47C3B2BC8422}" type="pres">
      <dgm:prSet presAssocID="{2FB49B3D-D6CD-4EC6-968F-C046F4C12349}" presName="sibTrans" presStyleCnt="0"/>
      <dgm:spPr/>
    </dgm:pt>
    <dgm:pt modelId="{F316C9A3-3FAB-4D80-94C1-DCCDBDF16921}" type="pres">
      <dgm:prSet presAssocID="{B403C577-FE95-46FB-8B04-671D8B0778C2}" presName="node" presStyleLbl="node1" presStyleIdx="2" presStyleCnt="5">
        <dgm:presLayoutVars>
          <dgm:bulletEnabled val="1"/>
        </dgm:presLayoutVars>
      </dgm:prSet>
      <dgm:spPr/>
    </dgm:pt>
    <dgm:pt modelId="{B88987E5-3B2A-446D-A315-0B32BCCF8DC3}" type="pres">
      <dgm:prSet presAssocID="{394610FA-DA0F-43F9-A188-6C115D0EDA2F}" presName="sibTrans" presStyleCnt="0"/>
      <dgm:spPr/>
    </dgm:pt>
    <dgm:pt modelId="{4451C476-6831-425A-B2A2-B42502E3D55C}" type="pres">
      <dgm:prSet presAssocID="{F7ED07CC-EDCF-40E6-BCB1-9E3EC905E995}" presName="node" presStyleLbl="node1" presStyleIdx="3" presStyleCnt="5">
        <dgm:presLayoutVars>
          <dgm:bulletEnabled val="1"/>
        </dgm:presLayoutVars>
      </dgm:prSet>
      <dgm:spPr/>
    </dgm:pt>
    <dgm:pt modelId="{8186A770-76F0-45F0-A011-932AB3C2460C}" type="pres">
      <dgm:prSet presAssocID="{C1502A0A-C272-46AD-8F26-E8957153FD42}" presName="sibTrans" presStyleCnt="0"/>
      <dgm:spPr/>
    </dgm:pt>
    <dgm:pt modelId="{5F4E0229-C711-40F5-B6D2-35032BC5550E}" type="pres">
      <dgm:prSet presAssocID="{3B61400A-5120-4EE0-AE4C-76CF4A598665}" presName="node" presStyleLbl="node1" presStyleIdx="4" presStyleCnt="5">
        <dgm:presLayoutVars>
          <dgm:bulletEnabled val="1"/>
        </dgm:presLayoutVars>
      </dgm:prSet>
      <dgm:spPr/>
    </dgm:pt>
  </dgm:ptLst>
  <dgm:cxnLst>
    <dgm:cxn modelId="{224E9E5E-B431-483B-8844-7A6FD6B312EF}" srcId="{E62A1360-7DF1-4FD0-AD83-CC71AE0401E1}" destId="{F7ED07CC-EDCF-40E6-BCB1-9E3EC905E995}" srcOrd="3" destOrd="0" parTransId="{0FBDE835-A931-4A40-9AEC-0617FA2DC1BB}" sibTransId="{C1502A0A-C272-46AD-8F26-E8957153FD42}"/>
    <dgm:cxn modelId="{81EDC771-7041-4D54-9EAF-478F021BEDCF}" type="presOf" srcId="{3B61400A-5120-4EE0-AE4C-76CF4A598665}" destId="{5F4E0229-C711-40F5-B6D2-35032BC5550E}" srcOrd="0" destOrd="0" presId="urn:microsoft.com/office/officeart/2005/8/layout/default"/>
    <dgm:cxn modelId="{C9CA4455-1C94-4EB7-8746-6BEC2462EDE8}" type="presOf" srcId="{E62A1360-7DF1-4FD0-AD83-CC71AE0401E1}" destId="{ABA7D0E0-9B00-4387-A6FA-00EEEF94AC59}" srcOrd="0" destOrd="0" presId="urn:microsoft.com/office/officeart/2005/8/layout/default"/>
    <dgm:cxn modelId="{11A4BB9D-B4D5-493A-9BF3-838B67CFAEA4}" type="presOf" srcId="{F7ED07CC-EDCF-40E6-BCB1-9E3EC905E995}" destId="{4451C476-6831-425A-B2A2-B42502E3D55C}" srcOrd="0" destOrd="0" presId="urn:microsoft.com/office/officeart/2005/8/layout/default"/>
    <dgm:cxn modelId="{EAF07BB0-3522-4EF1-B7B7-8D7F2327F9D2}" srcId="{E62A1360-7DF1-4FD0-AD83-CC71AE0401E1}" destId="{3B61400A-5120-4EE0-AE4C-76CF4A598665}" srcOrd="4" destOrd="0" parTransId="{BA1F8E43-FC73-4365-9A40-FC6F435B46EC}" sibTransId="{8D2129C2-46C8-41FA-914C-6207AF478EDB}"/>
    <dgm:cxn modelId="{F92481CD-052F-4FC7-B0F7-AED91841ED7E}" type="presOf" srcId="{F2F3CBBB-F19D-4D93-AE84-388DF02A805F}" destId="{993C2353-9905-45D5-A641-EB9D1521A78F}" srcOrd="0" destOrd="0" presId="urn:microsoft.com/office/officeart/2005/8/layout/default"/>
    <dgm:cxn modelId="{806FCBD5-A986-4511-B1F3-446EE33EA3F5}" srcId="{E62A1360-7DF1-4FD0-AD83-CC71AE0401E1}" destId="{B403C577-FE95-46FB-8B04-671D8B0778C2}" srcOrd="2" destOrd="0" parTransId="{09F7FBF6-97FC-4289-9FF9-709312C8D920}" sibTransId="{394610FA-DA0F-43F9-A188-6C115D0EDA2F}"/>
    <dgm:cxn modelId="{20FC02DE-34A5-45EA-BCCF-3FAF8FF07C8D}" srcId="{E62A1360-7DF1-4FD0-AD83-CC71AE0401E1}" destId="{F2F3CBBB-F19D-4D93-AE84-388DF02A805F}" srcOrd="0" destOrd="0" parTransId="{6BAAA0CD-4CF2-4D57-8987-2CE6800D311A}" sibTransId="{C7C404F3-5CDA-4838-BB26-BA597AC40FCB}"/>
    <dgm:cxn modelId="{450CA2E0-26B8-42AD-9E46-76ECA716B20B}" type="presOf" srcId="{B403C577-FE95-46FB-8B04-671D8B0778C2}" destId="{F316C9A3-3FAB-4D80-94C1-DCCDBDF16921}" srcOrd="0" destOrd="0" presId="urn:microsoft.com/office/officeart/2005/8/layout/default"/>
    <dgm:cxn modelId="{15E469EB-0B59-4815-B352-3A913D427096}" type="presOf" srcId="{09AF5A72-2647-4EDA-A01D-F2D97060DDE0}" destId="{6BB17A57-08A0-4A8C-A146-4D0536455900}" srcOrd="0" destOrd="0" presId="urn:microsoft.com/office/officeart/2005/8/layout/default"/>
    <dgm:cxn modelId="{B93398FF-7266-43A5-BE9D-03C30FDCE2BA}" srcId="{E62A1360-7DF1-4FD0-AD83-CC71AE0401E1}" destId="{09AF5A72-2647-4EDA-A01D-F2D97060DDE0}" srcOrd="1" destOrd="0" parTransId="{C3725856-A389-4616-BD0D-F978E100AD32}" sibTransId="{2FB49B3D-D6CD-4EC6-968F-C046F4C12349}"/>
    <dgm:cxn modelId="{CA5BC0E7-20C1-4A13-9874-258AE21A562B}" type="presParOf" srcId="{ABA7D0E0-9B00-4387-A6FA-00EEEF94AC59}" destId="{993C2353-9905-45D5-A641-EB9D1521A78F}" srcOrd="0" destOrd="0" presId="urn:microsoft.com/office/officeart/2005/8/layout/default"/>
    <dgm:cxn modelId="{4FC0237A-C6E4-4324-9824-802C5521AA47}" type="presParOf" srcId="{ABA7D0E0-9B00-4387-A6FA-00EEEF94AC59}" destId="{7762D2E6-0604-408C-ABF5-98C83D9B2A5A}" srcOrd="1" destOrd="0" presId="urn:microsoft.com/office/officeart/2005/8/layout/default"/>
    <dgm:cxn modelId="{8909213D-3509-47F3-A975-B38A7C4636EB}" type="presParOf" srcId="{ABA7D0E0-9B00-4387-A6FA-00EEEF94AC59}" destId="{6BB17A57-08A0-4A8C-A146-4D0536455900}" srcOrd="2" destOrd="0" presId="urn:microsoft.com/office/officeart/2005/8/layout/default"/>
    <dgm:cxn modelId="{6D92D6AD-039B-4872-94DE-DCA5CC131DFB}" type="presParOf" srcId="{ABA7D0E0-9B00-4387-A6FA-00EEEF94AC59}" destId="{A5775186-0CA9-40DD-B5CE-47C3B2BC8422}" srcOrd="3" destOrd="0" presId="urn:microsoft.com/office/officeart/2005/8/layout/default"/>
    <dgm:cxn modelId="{A3725EDA-0D99-431E-92F5-F8D6F78D876F}" type="presParOf" srcId="{ABA7D0E0-9B00-4387-A6FA-00EEEF94AC59}" destId="{F316C9A3-3FAB-4D80-94C1-DCCDBDF16921}" srcOrd="4" destOrd="0" presId="urn:microsoft.com/office/officeart/2005/8/layout/default"/>
    <dgm:cxn modelId="{80ED68AF-2ED3-4315-81B5-33DDB23C934E}" type="presParOf" srcId="{ABA7D0E0-9B00-4387-A6FA-00EEEF94AC59}" destId="{B88987E5-3B2A-446D-A315-0B32BCCF8DC3}" srcOrd="5" destOrd="0" presId="urn:microsoft.com/office/officeart/2005/8/layout/default"/>
    <dgm:cxn modelId="{87553E78-F918-487B-A1A2-F41B5B50F4D3}" type="presParOf" srcId="{ABA7D0E0-9B00-4387-A6FA-00EEEF94AC59}" destId="{4451C476-6831-425A-B2A2-B42502E3D55C}" srcOrd="6" destOrd="0" presId="urn:microsoft.com/office/officeart/2005/8/layout/default"/>
    <dgm:cxn modelId="{B97D2172-39A0-48E3-874F-C9DACCF9C95D}" type="presParOf" srcId="{ABA7D0E0-9B00-4387-A6FA-00EEEF94AC59}" destId="{8186A770-76F0-45F0-A011-932AB3C2460C}" srcOrd="7" destOrd="0" presId="urn:microsoft.com/office/officeart/2005/8/layout/default"/>
    <dgm:cxn modelId="{308DFEA5-A80C-4C48-8745-F0859A874149}" type="presParOf" srcId="{ABA7D0E0-9B00-4387-A6FA-00EEEF94AC59}" destId="{5F4E0229-C711-40F5-B6D2-35032BC5550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82C2EA-3847-4CEE-BDC3-7675C9A6D352}">
      <dsp:nvSpPr>
        <dsp:cNvPr id="0" name=""/>
        <dsp:cNvSpPr/>
      </dsp:nvSpPr>
      <dsp:spPr>
        <a:xfrm>
          <a:off x="2946" y="373475"/>
          <a:ext cx="2337792" cy="1402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300" kern="1200"/>
            <a:t>Fue creado en los años 90</a:t>
          </a:r>
          <a:endParaRPr lang="en-US" sz="2300" kern="1200"/>
        </a:p>
      </dsp:txBody>
      <dsp:txXfrm>
        <a:off x="2946" y="373475"/>
        <a:ext cx="2337792" cy="1402675"/>
      </dsp:txXfrm>
    </dsp:sp>
    <dsp:sp modelId="{D9A883AA-7ECF-4A5A-9E3F-D9E5C4FC086F}">
      <dsp:nvSpPr>
        <dsp:cNvPr id="0" name=""/>
        <dsp:cNvSpPr/>
      </dsp:nvSpPr>
      <dsp:spPr>
        <a:xfrm>
          <a:off x="2574518" y="373475"/>
          <a:ext cx="2337792" cy="1402675"/>
        </a:xfrm>
        <a:prstGeom prst="rect">
          <a:avLst/>
        </a:prstGeom>
        <a:solidFill>
          <a:schemeClr val="accent5">
            <a:hueOff val="3185780"/>
            <a:satOff val="-6806"/>
            <a:lumOff val="-2843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300" kern="1200"/>
            <a:t>Sus principales creadores fueron:</a:t>
          </a:r>
          <a:endParaRPr lang="en-US" sz="2300" kern="1200"/>
        </a:p>
      </dsp:txBody>
      <dsp:txXfrm>
        <a:off x="2574518" y="373475"/>
        <a:ext cx="2337792" cy="1402675"/>
      </dsp:txXfrm>
    </dsp:sp>
    <dsp:sp modelId="{5B114D69-DD6C-4497-9A8F-DB8CDD4A9109}">
      <dsp:nvSpPr>
        <dsp:cNvPr id="0" name=""/>
        <dsp:cNvSpPr/>
      </dsp:nvSpPr>
      <dsp:spPr>
        <a:xfrm>
          <a:off x="5146089" y="373475"/>
          <a:ext cx="2337792" cy="1402675"/>
        </a:xfrm>
        <a:prstGeom prst="rect">
          <a:avLst/>
        </a:prstGeom>
        <a:solidFill>
          <a:schemeClr val="accent5">
            <a:hueOff val="6371560"/>
            <a:satOff val="-13612"/>
            <a:lumOff val="-5686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300" kern="1200"/>
            <a:t>Grady Booch</a:t>
          </a:r>
          <a:endParaRPr lang="en-US" sz="2300" kern="1200"/>
        </a:p>
      </dsp:txBody>
      <dsp:txXfrm>
        <a:off x="5146089" y="373475"/>
        <a:ext cx="2337792" cy="1402675"/>
      </dsp:txXfrm>
    </dsp:sp>
    <dsp:sp modelId="{77AAB584-FA24-4E3C-8AAB-8D22AC2BBBB9}">
      <dsp:nvSpPr>
        <dsp:cNvPr id="0" name=""/>
        <dsp:cNvSpPr/>
      </dsp:nvSpPr>
      <dsp:spPr>
        <a:xfrm>
          <a:off x="7717661" y="373475"/>
          <a:ext cx="2337792" cy="1402675"/>
        </a:xfrm>
        <a:prstGeom prst="rect">
          <a:avLst/>
        </a:prstGeom>
        <a:solidFill>
          <a:schemeClr val="accent5">
            <a:hueOff val="9557340"/>
            <a:satOff val="-20419"/>
            <a:lumOff val="-8529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300" kern="1200"/>
            <a:t>James Rumbaugh</a:t>
          </a:r>
          <a:endParaRPr lang="en-US" sz="2300" kern="1200"/>
        </a:p>
      </dsp:txBody>
      <dsp:txXfrm>
        <a:off x="7717661" y="373475"/>
        <a:ext cx="2337792" cy="1402675"/>
      </dsp:txXfrm>
    </dsp:sp>
    <dsp:sp modelId="{10F0F075-814A-4A9F-8B89-40D37888857A}">
      <dsp:nvSpPr>
        <dsp:cNvPr id="0" name=""/>
        <dsp:cNvSpPr/>
      </dsp:nvSpPr>
      <dsp:spPr>
        <a:xfrm>
          <a:off x="1288732" y="2009929"/>
          <a:ext cx="2337792" cy="1402675"/>
        </a:xfrm>
        <a:prstGeom prst="rect">
          <a:avLst/>
        </a:prstGeom>
        <a:solidFill>
          <a:schemeClr val="accent5">
            <a:hueOff val="12743121"/>
            <a:satOff val="-27225"/>
            <a:lumOff val="-11373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300" kern="1200"/>
            <a:t>Ivar Jacobson</a:t>
          </a:r>
          <a:endParaRPr lang="en-US" sz="2300" kern="1200"/>
        </a:p>
      </dsp:txBody>
      <dsp:txXfrm>
        <a:off x="1288732" y="2009929"/>
        <a:ext cx="2337792" cy="1402675"/>
      </dsp:txXfrm>
    </dsp:sp>
    <dsp:sp modelId="{6EA27F26-8ABB-4071-B72D-516BE6E15D5B}">
      <dsp:nvSpPr>
        <dsp:cNvPr id="0" name=""/>
        <dsp:cNvSpPr/>
      </dsp:nvSpPr>
      <dsp:spPr>
        <a:xfrm>
          <a:off x="3860303" y="2009929"/>
          <a:ext cx="2337792" cy="1402675"/>
        </a:xfrm>
        <a:prstGeom prst="rect">
          <a:avLst/>
        </a:prstGeom>
        <a:solidFill>
          <a:schemeClr val="accent5">
            <a:hueOff val="15928900"/>
            <a:satOff val="-34031"/>
            <a:lumOff val="-14216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300" kern="1200"/>
            <a:t>En 1997, UML fue adoptado oficialmente por la organización </a:t>
          </a:r>
          <a:endParaRPr lang="en-US" sz="2300" kern="1200"/>
        </a:p>
      </dsp:txBody>
      <dsp:txXfrm>
        <a:off x="3860303" y="2009929"/>
        <a:ext cx="2337792" cy="1402675"/>
      </dsp:txXfrm>
    </dsp:sp>
    <dsp:sp modelId="{92551FA4-7C2F-435B-9CAB-C0DEA9C332C6}">
      <dsp:nvSpPr>
        <dsp:cNvPr id="0" name=""/>
        <dsp:cNvSpPr/>
      </dsp:nvSpPr>
      <dsp:spPr>
        <a:xfrm>
          <a:off x="6431875" y="2009929"/>
          <a:ext cx="2337792" cy="1402675"/>
        </a:xfrm>
        <a:prstGeom prst="rect">
          <a:avLst/>
        </a:prstGeom>
        <a:solidFill>
          <a:schemeClr val="accent5">
            <a:hueOff val="19114680"/>
            <a:satOff val="-40837"/>
            <a:lumOff val="-17059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300" kern="1200"/>
            <a:t>Object Managemet Group (OMG)</a:t>
          </a:r>
          <a:endParaRPr lang="en-US" sz="2300" kern="1200"/>
        </a:p>
      </dsp:txBody>
      <dsp:txXfrm>
        <a:off x="6431875" y="2009929"/>
        <a:ext cx="2337792" cy="1402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1F8DF-F030-4D28-8A0F-704F90D09B7C}">
      <dsp:nvSpPr>
        <dsp:cNvPr id="0" name=""/>
        <dsp:cNvSpPr/>
      </dsp:nvSpPr>
      <dsp:spPr>
        <a:xfrm>
          <a:off x="0" y="0"/>
          <a:ext cx="3143249" cy="37860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060" tIns="330200" rIns="24506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600" kern="1200"/>
            <a:t>Unificar distintos métodos de modelado</a:t>
          </a:r>
          <a:endParaRPr lang="en-US" sz="2600" kern="1200"/>
        </a:p>
      </dsp:txBody>
      <dsp:txXfrm>
        <a:off x="0" y="1438710"/>
        <a:ext cx="3143249" cy="2271648"/>
      </dsp:txXfrm>
    </dsp:sp>
    <dsp:sp modelId="{99A01CE2-1EB7-499B-B4A7-8810E36F273C}">
      <dsp:nvSpPr>
        <dsp:cNvPr id="0" name=""/>
        <dsp:cNvSpPr/>
      </dsp:nvSpPr>
      <dsp:spPr>
        <a:xfrm>
          <a:off x="1003712" y="378607"/>
          <a:ext cx="1135824" cy="11358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53" tIns="12700" rIns="8855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70050" y="544945"/>
        <a:ext cx="803148" cy="803148"/>
      </dsp:txXfrm>
    </dsp:sp>
    <dsp:sp modelId="{B1BBE137-DCC6-4E58-A250-4442F33C49F8}">
      <dsp:nvSpPr>
        <dsp:cNvPr id="0" name=""/>
        <dsp:cNvSpPr/>
      </dsp:nvSpPr>
      <dsp:spPr>
        <a:xfrm>
          <a:off x="0" y="3786008"/>
          <a:ext cx="314324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B96DE-5752-49B5-9DF5-228D9F54F61F}">
      <dsp:nvSpPr>
        <dsp:cNvPr id="0" name=""/>
        <dsp:cNvSpPr/>
      </dsp:nvSpPr>
      <dsp:spPr>
        <a:xfrm>
          <a:off x="3457574" y="0"/>
          <a:ext cx="3143249" cy="378608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060" tIns="330200" rIns="24506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600" kern="1200"/>
            <a:t>Facilita la comunicación entre desarrolladores </a:t>
          </a:r>
          <a:endParaRPr lang="en-US" sz="2600" kern="1200"/>
        </a:p>
      </dsp:txBody>
      <dsp:txXfrm>
        <a:off x="3457574" y="1438710"/>
        <a:ext cx="3143249" cy="2271648"/>
      </dsp:txXfrm>
    </dsp:sp>
    <dsp:sp modelId="{BD34808D-7F1D-4C03-BB95-D0A99A8656A9}">
      <dsp:nvSpPr>
        <dsp:cNvPr id="0" name=""/>
        <dsp:cNvSpPr/>
      </dsp:nvSpPr>
      <dsp:spPr>
        <a:xfrm>
          <a:off x="4461287" y="378607"/>
          <a:ext cx="1135824" cy="11358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53" tIns="12700" rIns="8855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627625" y="544945"/>
        <a:ext cx="803148" cy="803148"/>
      </dsp:txXfrm>
    </dsp:sp>
    <dsp:sp modelId="{64E1A349-5F75-4E08-9AB2-7F6F9C6D6A18}">
      <dsp:nvSpPr>
        <dsp:cNvPr id="0" name=""/>
        <dsp:cNvSpPr/>
      </dsp:nvSpPr>
      <dsp:spPr>
        <a:xfrm>
          <a:off x="3457574" y="3786008"/>
          <a:ext cx="3143249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3E0AC-B3B1-4F06-AC2A-9DE4929BC1A9}">
      <dsp:nvSpPr>
        <dsp:cNvPr id="0" name=""/>
        <dsp:cNvSpPr/>
      </dsp:nvSpPr>
      <dsp:spPr>
        <a:xfrm>
          <a:off x="6915149" y="0"/>
          <a:ext cx="3143249" cy="378608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060" tIns="330200" rIns="24506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600" kern="1200"/>
            <a:t>Representar sistemas antes de programarlos</a:t>
          </a:r>
          <a:endParaRPr lang="en-US" sz="2600" kern="1200"/>
        </a:p>
      </dsp:txBody>
      <dsp:txXfrm>
        <a:off x="6915149" y="1438710"/>
        <a:ext cx="3143249" cy="2271648"/>
      </dsp:txXfrm>
    </dsp:sp>
    <dsp:sp modelId="{97D97181-883B-4148-AC1F-2D28EAC0A7C6}">
      <dsp:nvSpPr>
        <dsp:cNvPr id="0" name=""/>
        <dsp:cNvSpPr/>
      </dsp:nvSpPr>
      <dsp:spPr>
        <a:xfrm>
          <a:off x="7918862" y="378607"/>
          <a:ext cx="1135824" cy="113582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53" tIns="12700" rIns="8855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085200" y="544945"/>
        <a:ext cx="803148" cy="803148"/>
      </dsp:txXfrm>
    </dsp:sp>
    <dsp:sp modelId="{E3CF50C9-8614-4F58-BE8A-588C560ED97D}">
      <dsp:nvSpPr>
        <dsp:cNvPr id="0" name=""/>
        <dsp:cNvSpPr/>
      </dsp:nvSpPr>
      <dsp:spPr>
        <a:xfrm>
          <a:off x="6915149" y="3786008"/>
          <a:ext cx="314324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8D30CB-400F-496F-BE2E-7B2BF217B0C0}">
      <dsp:nvSpPr>
        <dsp:cNvPr id="0" name=""/>
        <dsp:cNvSpPr/>
      </dsp:nvSpPr>
      <dsp:spPr>
        <a:xfrm>
          <a:off x="536071" y="1196"/>
          <a:ext cx="2364804" cy="141888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100" kern="1200"/>
            <a:t>Diagrama de clases</a:t>
          </a:r>
          <a:endParaRPr lang="en-US" sz="3100" kern="1200"/>
        </a:p>
      </dsp:txBody>
      <dsp:txXfrm>
        <a:off x="577629" y="42754"/>
        <a:ext cx="2281688" cy="1335766"/>
      </dsp:txXfrm>
    </dsp:sp>
    <dsp:sp modelId="{BFF1501F-EBC3-40F7-BBA9-70D4AB4846E9}">
      <dsp:nvSpPr>
        <dsp:cNvPr id="0" name=""/>
        <dsp:cNvSpPr/>
      </dsp:nvSpPr>
      <dsp:spPr>
        <a:xfrm>
          <a:off x="3108978" y="417401"/>
          <a:ext cx="501338" cy="5864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3108978" y="534695"/>
        <a:ext cx="350937" cy="351883"/>
      </dsp:txXfrm>
    </dsp:sp>
    <dsp:sp modelId="{8C2D4F45-634F-4A70-820E-A9FCAE788322}">
      <dsp:nvSpPr>
        <dsp:cNvPr id="0" name=""/>
        <dsp:cNvSpPr/>
      </dsp:nvSpPr>
      <dsp:spPr>
        <a:xfrm>
          <a:off x="3846797" y="1196"/>
          <a:ext cx="2364804" cy="141888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100" kern="1200"/>
            <a:t>Diagrama de casos de uso</a:t>
          </a:r>
          <a:endParaRPr lang="en-US" sz="3100" kern="1200"/>
        </a:p>
      </dsp:txBody>
      <dsp:txXfrm>
        <a:off x="3888355" y="42754"/>
        <a:ext cx="2281688" cy="1335766"/>
      </dsp:txXfrm>
    </dsp:sp>
    <dsp:sp modelId="{E059191A-4ACB-4460-AD97-0424BB7DAB68}">
      <dsp:nvSpPr>
        <dsp:cNvPr id="0" name=""/>
        <dsp:cNvSpPr/>
      </dsp:nvSpPr>
      <dsp:spPr>
        <a:xfrm>
          <a:off x="6419705" y="417401"/>
          <a:ext cx="501338" cy="5864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419705" y="534695"/>
        <a:ext cx="350937" cy="351883"/>
      </dsp:txXfrm>
    </dsp:sp>
    <dsp:sp modelId="{FFB2E805-1211-43E5-B1B8-469753F190AE}">
      <dsp:nvSpPr>
        <dsp:cNvPr id="0" name=""/>
        <dsp:cNvSpPr/>
      </dsp:nvSpPr>
      <dsp:spPr>
        <a:xfrm>
          <a:off x="7157524" y="1196"/>
          <a:ext cx="2364804" cy="141888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100" kern="1200"/>
            <a:t>Diagrama de secuencia </a:t>
          </a:r>
          <a:endParaRPr lang="en-US" sz="3100" kern="1200"/>
        </a:p>
      </dsp:txBody>
      <dsp:txXfrm>
        <a:off x="7199082" y="42754"/>
        <a:ext cx="2281688" cy="1335766"/>
      </dsp:txXfrm>
    </dsp:sp>
    <dsp:sp modelId="{41C6871A-6748-4E3B-84C2-E7B907A2BA9A}">
      <dsp:nvSpPr>
        <dsp:cNvPr id="0" name=""/>
        <dsp:cNvSpPr/>
      </dsp:nvSpPr>
      <dsp:spPr>
        <a:xfrm rot="5400000">
          <a:off x="8089257" y="1585615"/>
          <a:ext cx="501338" cy="5864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-5400000">
        <a:off x="8163985" y="1628182"/>
        <a:ext cx="351883" cy="350937"/>
      </dsp:txXfrm>
    </dsp:sp>
    <dsp:sp modelId="{C71784BC-C74B-4B4B-9771-2849E442C594}">
      <dsp:nvSpPr>
        <dsp:cNvPr id="0" name=""/>
        <dsp:cNvSpPr/>
      </dsp:nvSpPr>
      <dsp:spPr>
        <a:xfrm>
          <a:off x="7157524" y="2366000"/>
          <a:ext cx="2364804" cy="141888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100" kern="1200"/>
            <a:t>Diagrama de actividades </a:t>
          </a:r>
          <a:endParaRPr lang="en-US" sz="3100" kern="1200"/>
        </a:p>
      </dsp:txBody>
      <dsp:txXfrm>
        <a:off x="7199082" y="2407558"/>
        <a:ext cx="2281688" cy="1335766"/>
      </dsp:txXfrm>
    </dsp:sp>
    <dsp:sp modelId="{10D20083-A38D-4121-90A0-420EE1A6D403}">
      <dsp:nvSpPr>
        <dsp:cNvPr id="0" name=""/>
        <dsp:cNvSpPr/>
      </dsp:nvSpPr>
      <dsp:spPr>
        <a:xfrm rot="10800000">
          <a:off x="6448082" y="2782206"/>
          <a:ext cx="501338" cy="5864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10800000">
        <a:off x="6598483" y="2899500"/>
        <a:ext cx="350937" cy="351883"/>
      </dsp:txXfrm>
    </dsp:sp>
    <dsp:sp modelId="{4389B18E-3608-4C48-82BB-12B755195F7A}">
      <dsp:nvSpPr>
        <dsp:cNvPr id="0" name=""/>
        <dsp:cNvSpPr/>
      </dsp:nvSpPr>
      <dsp:spPr>
        <a:xfrm>
          <a:off x="3846797" y="2366000"/>
          <a:ext cx="2364804" cy="141888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100" kern="1200"/>
            <a:t>Diagramade estado</a:t>
          </a:r>
          <a:endParaRPr lang="en-US" sz="3100" kern="1200"/>
        </a:p>
      </dsp:txBody>
      <dsp:txXfrm>
        <a:off x="3888355" y="2407558"/>
        <a:ext cx="2281688" cy="13357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783F7-E3EF-4045-8F19-005CA2C7D599}">
      <dsp:nvSpPr>
        <dsp:cNvPr id="0" name=""/>
        <dsp:cNvSpPr/>
      </dsp:nvSpPr>
      <dsp:spPr>
        <a:xfrm>
          <a:off x="0" y="532512"/>
          <a:ext cx="10179050" cy="10782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7E0256-1FB7-4479-A2EB-37CDEDE5C29F}">
      <dsp:nvSpPr>
        <dsp:cNvPr id="0" name=""/>
        <dsp:cNvSpPr/>
      </dsp:nvSpPr>
      <dsp:spPr>
        <a:xfrm>
          <a:off x="326164" y="826642"/>
          <a:ext cx="593026" cy="5930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ECF18-073D-41C1-8E9A-FFABCFE4BC45}">
      <dsp:nvSpPr>
        <dsp:cNvPr id="0" name=""/>
        <dsp:cNvSpPr/>
      </dsp:nvSpPr>
      <dsp:spPr>
        <a:xfrm>
          <a:off x="1245355" y="584041"/>
          <a:ext cx="8933694" cy="107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113" tIns="114113" rIns="114113" bIns="11411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500" kern="1200" dirty="0">
              <a:solidFill>
                <a:srgbClr val="FF0000"/>
              </a:solidFill>
            </a:rPr>
            <a:t>¿Qué son?</a:t>
          </a:r>
          <a:endParaRPr lang="en-US" sz="2500" kern="1200" dirty="0">
            <a:solidFill>
              <a:srgbClr val="FF0000"/>
            </a:solidFill>
          </a:endParaRPr>
        </a:p>
      </dsp:txBody>
      <dsp:txXfrm>
        <a:off x="1245355" y="584041"/>
        <a:ext cx="8933694" cy="1078230"/>
      </dsp:txXfrm>
    </dsp:sp>
    <dsp:sp modelId="{F952D9F0-8EA1-460D-B1DE-2C980CDD7637}">
      <dsp:nvSpPr>
        <dsp:cNvPr id="0" name=""/>
        <dsp:cNvSpPr/>
      </dsp:nvSpPr>
      <dsp:spPr>
        <a:xfrm>
          <a:off x="0" y="1880300"/>
          <a:ext cx="10179050" cy="10782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7FDF4F-0BBF-4500-B63F-432B449AF538}">
      <dsp:nvSpPr>
        <dsp:cNvPr id="0" name=""/>
        <dsp:cNvSpPr/>
      </dsp:nvSpPr>
      <dsp:spPr>
        <a:xfrm>
          <a:off x="326164" y="2174430"/>
          <a:ext cx="593026" cy="5930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B1718-34EE-48D6-BDDD-2E5708A1CC37}">
      <dsp:nvSpPr>
        <dsp:cNvPr id="0" name=""/>
        <dsp:cNvSpPr/>
      </dsp:nvSpPr>
      <dsp:spPr>
        <a:xfrm>
          <a:off x="1245355" y="1931828"/>
          <a:ext cx="8933694" cy="107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113" tIns="114113" rIns="114113" bIns="11411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500" kern="1200" dirty="0">
              <a:solidFill>
                <a:srgbClr val="FF0000"/>
              </a:solidFill>
            </a:rPr>
            <a:t>Son las necesidades o condiciones que debe cumplir un sistema</a:t>
          </a:r>
          <a:endParaRPr lang="en-US" sz="2500" kern="1200" dirty="0">
            <a:solidFill>
              <a:srgbClr val="FF0000"/>
            </a:solidFill>
          </a:endParaRPr>
        </a:p>
      </dsp:txBody>
      <dsp:txXfrm>
        <a:off x="1245355" y="1931828"/>
        <a:ext cx="8933694" cy="10782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0842F-F912-4B64-B54C-95591A0CC742}">
      <dsp:nvSpPr>
        <dsp:cNvPr id="0" name=""/>
        <dsp:cNvSpPr/>
      </dsp:nvSpPr>
      <dsp:spPr>
        <a:xfrm>
          <a:off x="377190" y="3160"/>
          <a:ext cx="2907506" cy="17445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600" kern="1200"/>
            <a:t>Ejemplos :</a:t>
          </a:r>
          <a:endParaRPr lang="en-US" sz="3600" kern="1200"/>
        </a:p>
      </dsp:txBody>
      <dsp:txXfrm>
        <a:off x="377190" y="3160"/>
        <a:ext cx="2907506" cy="1744503"/>
      </dsp:txXfrm>
    </dsp:sp>
    <dsp:sp modelId="{1CC92C2B-BBC9-4DA1-BFAA-223FD5555270}">
      <dsp:nvSpPr>
        <dsp:cNvPr id="0" name=""/>
        <dsp:cNvSpPr/>
      </dsp:nvSpPr>
      <dsp:spPr>
        <a:xfrm>
          <a:off x="3575446" y="3160"/>
          <a:ext cx="2907506" cy="17445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600" kern="1200"/>
            <a:t>El sistema debe permitir iniciar sesión</a:t>
          </a:r>
          <a:endParaRPr lang="en-US" sz="3600" kern="1200"/>
        </a:p>
      </dsp:txBody>
      <dsp:txXfrm>
        <a:off x="3575446" y="3160"/>
        <a:ext cx="2907506" cy="1744503"/>
      </dsp:txXfrm>
    </dsp:sp>
    <dsp:sp modelId="{CFFCEE74-A85F-403E-A6C7-C0DE63B7A9F7}">
      <dsp:nvSpPr>
        <dsp:cNvPr id="0" name=""/>
        <dsp:cNvSpPr/>
      </dsp:nvSpPr>
      <dsp:spPr>
        <a:xfrm>
          <a:off x="6773703" y="3160"/>
          <a:ext cx="2907506" cy="174450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600" kern="1200"/>
            <a:t>El sistema debe registrar usuarios</a:t>
          </a:r>
          <a:endParaRPr lang="en-US" sz="3600" kern="1200"/>
        </a:p>
      </dsp:txBody>
      <dsp:txXfrm>
        <a:off x="6773703" y="3160"/>
        <a:ext cx="2907506" cy="1744503"/>
      </dsp:txXfrm>
    </dsp:sp>
    <dsp:sp modelId="{1BF943B6-5CED-4017-BABD-58580D02D49F}">
      <dsp:nvSpPr>
        <dsp:cNvPr id="0" name=""/>
        <dsp:cNvSpPr/>
      </dsp:nvSpPr>
      <dsp:spPr>
        <a:xfrm>
          <a:off x="1976318" y="2038415"/>
          <a:ext cx="2907506" cy="17445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600" kern="1200"/>
            <a:t>El sistema debe asegurar reportes </a:t>
          </a:r>
          <a:endParaRPr lang="en-US" sz="3600" kern="1200"/>
        </a:p>
      </dsp:txBody>
      <dsp:txXfrm>
        <a:off x="1976318" y="2038415"/>
        <a:ext cx="2907506" cy="1744503"/>
      </dsp:txXfrm>
    </dsp:sp>
    <dsp:sp modelId="{B2C57D0A-50FA-4874-A7C1-7C2EB416AAE6}">
      <dsp:nvSpPr>
        <dsp:cNvPr id="0" name=""/>
        <dsp:cNvSpPr/>
      </dsp:nvSpPr>
      <dsp:spPr>
        <a:xfrm>
          <a:off x="5174575" y="2038415"/>
          <a:ext cx="2907506" cy="174450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600" kern="1200"/>
            <a:t>El sistemas debe guardar informacion </a:t>
          </a:r>
          <a:endParaRPr lang="en-US" sz="3600" kern="1200"/>
        </a:p>
      </dsp:txBody>
      <dsp:txXfrm>
        <a:off x="5174575" y="2038415"/>
        <a:ext cx="2907506" cy="17445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3C2353-9905-45D5-A641-EB9D1521A78F}">
      <dsp:nvSpPr>
        <dsp:cNvPr id="0" name=""/>
        <dsp:cNvSpPr/>
      </dsp:nvSpPr>
      <dsp:spPr>
        <a:xfrm>
          <a:off x="377190" y="3160"/>
          <a:ext cx="2907506" cy="17445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700" kern="1200"/>
            <a:t>Ejemplos:</a:t>
          </a:r>
          <a:endParaRPr lang="en-US" sz="2700" kern="1200"/>
        </a:p>
      </dsp:txBody>
      <dsp:txXfrm>
        <a:off x="377190" y="3160"/>
        <a:ext cx="2907506" cy="1744503"/>
      </dsp:txXfrm>
    </dsp:sp>
    <dsp:sp modelId="{6BB17A57-08A0-4A8C-A146-4D0536455900}">
      <dsp:nvSpPr>
        <dsp:cNvPr id="0" name=""/>
        <dsp:cNvSpPr/>
      </dsp:nvSpPr>
      <dsp:spPr>
        <a:xfrm>
          <a:off x="3575446" y="3160"/>
          <a:ext cx="2907506" cy="17445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700" kern="1200"/>
            <a:t>El sistema debe ser rápido (responder en menos de 3 segundos)</a:t>
          </a:r>
          <a:endParaRPr lang="en-US" sz="2700" kern="1200"/>
        </a:p>
      </dsp:txBody>
      <dsp:txXfrm>
        <a:off x="3575446" y="3160"/>
        <a:ext cx="2907506" cy="1744503"/>
      </dsp:txXfrm>
    </dsp:sp>
    <dsp:sp modelId="{F316C9A3-3FAB-4D80-94C1-DCCDBDF16921}">
      <dsp:nvSpPr>
        <dsp:cNvPr id="0" name=""/>
        <dsp:cNvSpPr/>
      </dsp:nvSpPr>
      <dsp:spPr>
        <a:xfrm>
          <a:off x="6773703" y="3160"/>
          <a:ext cx="2907506" cy="174450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700" kern="1200"/>
            <a:t>Deber ser seguro</a:t>
          </a:r>
          <a:endParaRPr lang="en-US" sz="2700" kern="1200"/>
        </a:p>
      </dsp:txBody>
      <dsp:txXfrm>
        <a:off x="6773703" y="3160"/>
        <a:ext cx="2907506" cy="1744503"/>
      </dsp:txXfrm>
    </dsp:sp>
    <dsp:sp modelId="{4451C476-6831-425A-B2A2-B42502E3D55C}">
      <dsp:nvSpPr>
        <dsp:cNvPr id="0" name=""/>
        <dsp:cNvSpPr/>
      </dsp:nvSpPr>
      <dsp:spPr>
        <a:xfrm>
          <a:off x="1976318" y="2038415"/>
          <a:ext cx="2907506" cy="17445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700" kern="1200"/>
            <a:t>Debe ser fácil de usar</a:t>
          </a:r>
          <a:endParaRPr lang="en-US" sz="2700" kern="1200"/>
        </a:p>
      </dsp:txBody>
      <dsp:txXfrm>
        <a:off x="1976318" y="2038415"/>
        <a:ext cx="2907506" cy="1744503"/>
      </dsp:txXfrm>
    </dsp:sp>
    <dsp:sp modelId="{5F4E0229-C711-40F5-B6D2-35032BC5550E}">
      <dsp:nvSpPr>
        <dsp:cNvPr id="0" name=""/>
        <dsp:cNvSpPr/>
      </dsp:nvSpPr>
      <dsp:spPr>
        <a:xfrm>
          <a:off x="5174575" y="2038415"/>
          <a:ext cx="2907506" cy="174450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700" kern="1200" dirty="0"/>
            <a:t>Debe estar disponible 24/7</a:t>
          </a:r>
          <a:endParaRPr lang="en-US" sz="2700" kern="1200" dirty="0"/>
        </a:p>
      </dsp:txBody>
      <dsp:txXfrm>
        <a:off x="5174575" y="2038415"/>
        <a:ext cx="2907506" cy="17445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853628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5630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414283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41450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41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100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937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7416392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5845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450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7248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4032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8BDC4A-F2D7-4ADE-2833-DB5B41B44D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90" b="12738"/>
          <a:stretch>
            <a:fillRect/>
          </a:stretch>
        </p:blipFill>
        <p:spPr>
          <a:xfrm>
            <a:off x="1106905" y="3429000"/>
            <a:ext cx="9244262" cy="312821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2297FB9-3551-AE31-082B-502EC5B48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445169"/>
            <a:ext cx="9244261" cy="1106905"/>
          </a:xfrm>
        </p:spPr>
        <p:txBody>
          <a:bodyPr>
            <a:normAutofit/>
          </a:bodyPr>
          <a:lstStyle/>
          <a:p>
            <a:r>
              <a:rPr lang="es-SV" sz="5400" dirty="0">
                <a:solidFill>
                  <a:srgbClr val="FF0000"/>
                </a:solidFill>
              </a:rPr>
              <a:t>Tema: Historia de UML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F816D9-DBFB-BCB3-22B8-9A33942AB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5684" y="1997243"/>
            <a:ext cx="6340642" cy="91439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s-SV" sz="1800" dirty="0">
                <a:solidFill>
                  <a:srgbClr val="FF0000"/>
                </a:solidFill>
              </a:rPr>
              <a:t>Maestro: Juan Francisco Hernández</a:t>
            </a:r>
          </a:p>
          <a:p>
            <a:pPr>
              <a:lnSpc>
                <a:spcPct val="110000"/>
              </a:lnSpc>
            </a:pPr>
            <a:r>
              <a:rPr lang="es-SV" sz="1800" dirty="0">
                <a:solidFill>
                  <a:srgbClr val="FF0000"/>
                </a:solidFill>
              </a:rPr>
              <a:t>Alumno :eduardo </a:t>
            </a:r>
            <a:r>
              <a:rPr lang="es-SV" sz="1800" dirty="0" err="1">
                <a:solidFill>
                  <a:srgbClr val="FF0000"/>
                </a:solidFill>
              </a:rPr>
              <a:t>jose</a:t>
            </a:r>
            <a:r>
              <a:rPr lang="es-SV" sz="1800" dirty="0">
                <a:solidFill>
                  <a:srgbClr val="FF0000"/>
                </a:solidFill>
              </a:rPr>
              <a:t> garcia </a:t>
            </a:r>
            <a:r>
              <a:rPr lang="es-SV" sz="1800" dirty="0" err="1">
                <a:solidFill>
                  <a:srgbClr val="FF0000"/>
                </a:solidFill>
              </a:rPr>
              <a:t>marroquin</a:t>
            </a:r>
            <a:r>
              <a:rPr lang="es-SV" sz="180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110000"/>
              </a:lnSpc>
            </a:pPr>
            <a:endParaRPr lang="es-SV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97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D345E-F5B1-1108-8487-1BD475C2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448259" cy="1666501"/>
          </a:xfrm>
        </p:spPr>
        <p:txBody>
          <a:bodyPr>
            <a:normAutofit/>
          </a:bodyPr>
          <a:lstStyle/>
          <a:p>
            <a:r>
              <a:rPr lang="es-SV" sz="4000" dirty="0">
                <a:solidFill>
                  <a:srgbClr val="FFFFFF"/>
                </a:solidFill>
              </a:rPr>
              <a:t>¿Que es UML?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571043-43BC-102E-99B9-C85388887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546224"/>
            <a:ext cx="3448259" cy="3342747"/>
          </a:xfrm>
        </p:spPr>
        <p:txBody>
          <a:bodyPr>
            <a:normAutofit/>
          </a:bodyPr>
          <a:lstStyle/>
          <a:p>
            <a:r>
              <a:rPr lang="es-SV" dirty="0">
                <a:solidFill>
                  <a:srgbClr val="FFFFFF"/>
                </a:solidFill>
              </a:rPr>
              <a:t>UML(Lenguaje Unificado de Modelado) es un lenguaje visual que se usa para diseñar y representar sistemas de software mediante diagramas.</a:t>
            </a:r>
          </a:p>
          <a:p>
            <a:endParaRPr lang="es-SV" dirty="0">
              <a:solidFill>
                <a:srgbClr val="FFFFFF"/>
              </a:solidFill>
            </a:endParaRPr>
          </a:p>
        </p:txBody>
      </p:sp>
      <p:pic>
        <p:nvPicPr>
          <p:cNvPr id="5" name="Picture 4" descr="Cubos conectados con una línea roja">
            <a:extLst>
              <a:ext uri="{FF2B5EF4-FFF2-40B4-BE49-F238E27FC236}">
                <a16:creationId xmlns:a16="http://schemas.microsoft.com/office/drawing/2014/main" id="{EC91D1E2-8C60-0315-591F-C800F83BF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9" r="1969" b="-1"/>
          <a:stretch>
            <a:fillRect/>
          </a:stretch>
        </p:blipFill>
        <p:spPr>
          <a:xfrm>
            <a:off x="4654296" y="10"/>
            <a:ext cx="753770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24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10BE1-9187-0E62-0483-11C03A622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/>
              <a:t>Origen 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51FD39B-D09F-6069-85F5-5252B8D9D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714705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2227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EC5A3-B6BE-B5F7-1956-4C52E1910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 dirty="0"/>
              <a:t>objetivo</a:t>
            </a:r>
            <a:endParaRPr lang="es-SV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7BF462E-5DA5-5E1B-DF3F-55C5B57E0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19888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5697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E9489-9F2B-1EE1-D075-EB4EBEEA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 dirty="0"/>
              <a:t>Tipos de diagrama</a:t>
            </a:r>
            <a:endParaRPr lang="es-SV"/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5BE8DD1A-6F8D-01B7-0536-6F19681183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6095582"/>
              </p:ext>
            </p:extLst>
          </p:nvPr>
        </p:nvGraphicFramePr>
        <p:xfrm>
          <a:off x="1096963" y="2248416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1180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1C9F3-C99F-E904-FB2A-2619E242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SV"/>
              <a:t>Requerimientos de sistemas </a:t>
            </a:r>
            <a:endParaRPr lang="es-SV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7621BB6-1D81-49AC-431F-47B53BE3FE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148960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169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C9A1E-6BEC-9103-EAD5-2658C95C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/>
              <a:t>Requerimientos funcionales </a:t>
            </a:r>
            <a:endParaRPr lang="es-SV" dirty="0"/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809E6032-8B63-59AD-B82A-2B47DA04B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403565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68605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2AAA0-F4CE-6555-C295-3C72CD86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/>
              <a:t>Requerimientos no funcionales</a:t>
            </a:r>
            <a:endParaRPr lang="es-SV" dirty="0"/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4F434C88-66F3-AB1E-3755-EFE2F2911B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092472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395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494F3-FD00-70C0-2E02-F10EA4C3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Historia de UML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A338F4-8F47-A85C-8DE0-C76B1682C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 el relato de cómo la industria del software pasó del caos de los "métodos en guerra" a un estándar universal para el diseño de sistemas.</a:t>
            </a:r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840384-65EF-C42F-A5B9-958BE4401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127" y="3525252"/>
            <a:ext cx="5350294" cy="231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046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1D154-4538-30BF-7D6B-0D236F3C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b="1" dirty="0"/>
              <a:t>Ventajas de UML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E03AA0-089B-E511-C670-82305A119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Estandarización:</a:t>
            </a:r>
            <a:r>
              <a:rPr lang="es-ES" dirty="0"/>
              <a:t> Es un lenguaje universal, lo que facilita la comunicación entre equipos y evita la ambigüedad.</a:t>
            </a:r>
          </a:p>
          <a:p>
            <a:r>
              <a:rPr lang="es-ES" b="1" dirty="0"/>
              <a:t>Visualización:</a:t>
            </a:r>
            <a:r>
              <a:rPr lang="es-ES" dirty="0"/>
              <a:t> Permite representar sistemas complejos de forma gráfica y comprensible.</a:t>
            </a:r>
          </a:p>
          <a:p>
            <a:r>
              <a:rPr lang="es-ES" b="1" dirty="0"/>
              <a:t>Documentación:</a:t>
            </a:r>
            <a:r>
              <a:rPr lang="es-ES" dirty="0"/>
              <a:t> Ayuda a documentar las decisiones de diseño y estructura del sistema.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39389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55CA0-407D-EE77-BC0D-E49C9FF17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Desventajas de UML</a:t>
            </a:r>
            <a:br>
              <a:rPr lang="es-SV" dirty="0"/>
            </a:b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9FD0DF-8053-FDA8-16E8-817BEAEA3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Curva de aprendizaje:</a:t>
            </a:r>
            <a:r>
              <a:rPr lang="es-ES" dirty="0"/>
              <a:t> La inmensa cantidad de diagramas y reglas (especialmente en UML 2.0) puede ser difícil de dominar.</a:t>
            </a:r>
          </a:p>
          <a:p>
            <a:r>
              <a:rPr lang="es-ES" b="1" dirty="0"/>
              <a:t>Tiempo de modelado:</a:t>
            </a:r>
            <a:r>
              <a:rPr lang="es-ES" dirty="0"/>
              <a:t> Crear diagramas detallados puede consumir mucho tiempo en proyectos rápidos.</a:t>
            </a:r>
          </a:p>
          <a:p>
            <a:r>
              <a:rPr lang="es-ES" b="1" dirty="0"/>
              <a:t>Complejidad excesiva:</a:t>
            </a:r>
            <a:r>
              <a:rPr lang="es-ES" dirty="0"/>
              <a:t> A veces los modelos pueden volverse más complejos que el propio código, lo que lleva al uso de la documentación.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61F5E1-0E6E-AC51-E229-AB50C0701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328" y="4749800"/>
            <a:ext cx="402155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1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182</TotalTime>
  <Words>336</Words>
  <Application>Microsoft Office PowerPoint</Application>
  <PresentationFormat>Panorámica</PresentationFormat>
  <Paragraphs>51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Impact</vt:lpstr>
      <vt:lpstr>Distintivo</vt:lpstr>
      <vt:lpstr>Tema: Historia de UML</vt:lpstr>
      <vt:lpstr>¿Que es UML?</vt:lpstr>
      <vt:lpstr>Origen </vt:lpstr>
      <vt:lpstr>objetivo</vt:lpstr>
      <vt:lpstr>Tipos de diagrama</vt:lpstr>
      <vt:lpstr>Requerimientos de sistemas </vt:lpstr>
      <vt:lpstr>Requerimientos funcionales </vt:lpstr>
      <vt:lpstr>Requerimientos no funcionales</vt:lpstr>
      <vt:lpstr>Historia de UML</vt:lpstr>
      <vt:lpstr>Ventajas de UML</vt:lpstr>
      <vt:lpstr>Desventajas de UML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Isai Sanchez</dc:creator>
  <cp:lastModifiedBy>eduardo garcia</cp:lastModifiedBy>
  <cp:revision>5</cp:revision>
  <dcterms:created xsi:type="dcterms:W3CDTF">2026-03-02T23:08:45Z</dcterms:created>
  <dcterms:modified xsi:type="dcterms:W3CDTF">2026-03-09T20:03:37Z</dcterms:modified>
</cp:coreProperties>
</file>