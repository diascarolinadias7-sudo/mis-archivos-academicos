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rendiendo el Diagrama de Secuencia: Línea de Vida y Mensajes en Sistemas" id="{4F436EDD-93C7-4D0D-9200-F3497159A7C9}">
          <p14:sldIdLst>
            <p14:sldId id="2561"/>
            <p14:sldId id="2562"/>
          </p14:sldIdLst>
        </p14:section>
        <p14:section name="Fundamentos del diagrama de secuencia" id="{A3F353A4-1E97-44C9-9B3B-D6341142AA29}">
          <p14:sldIdLst>
            <p14:sldId id="2563"/>
            <p14:sldId id="2564"/>
            <p14:sldId id="2565"/>
            <p14:sldId id="2566"/>
          </p14:sldIdLst>
        </p14:section>
        <p14:section name="Línea de vida de un sistema en diagramas de secuencia" id="{AE535835-C07E-40A7-BB72-F915FF937D69}">
          <p14:sldIdLst>
            <p14:sldId id="2567"/>
            <p14:sldId id="2568"/>
            <p14:sldId id="2569"/>
            <p14:sldId id="2570"/>
          </p14:sldIdLst>
        </p14:section>
        <p14:section name="Mensajes en los diagramas de secuencia" id="{5575FBE7-0EAA-4E4C-97D4-78351AA2050E}">
          <p14:sldIdLst>
            <p14:sldId id="2571"/>
            <p14:sldId id="2572"/>
            <p14:sldId id="2573"/>
            <p14:sldId id="2574"/>
          </p14:sldIdLst>
        </p14:section>
        <p14:section name="Retornos en diagramas de secuencia" id="{735E408D-0645-4212-BF3A-D23B45EB9FED}">
          <p14:sldIdLst>
            <p14:sldId id="2575"/>
            <p14:sldId id="2576"/>
            <p14:sldId id="2577"/>
            <p14:sldId id="2578"/>
          </p14:sldIdLst>
        </p14:section>
        <p14:section name="Conclusión: Esencial para entender la dinámica de sistemas" id="{D5B33A71-A384-488C-94BE-3201F6C3C048}">
          <p14:sldIdLst>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540" y="-2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756D7D-F155-44EB-86C6-5732EC9CF7BB}"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CF37752F-41F7-47FA-BAA8-D8A51B45EAA2}">
      <dgm:prSet/>
      <dgm:spPr/>
      <dgm:t>
        <a:bodyPr/>
        <a:lstStyle/>
        <a:p>
          <a:pPr>
            <a:lnSpc>
              <a:spcPct val="100000"/>
            </a:lnSpc>
            <a:defRPr b="1"/>
          </a:pPr>
          <a:r>
            <a:rPr lang="en-US"/>
            <a:t>Visualización de interacción</a:t>
          </a:r>
        </a:p>
      </dgm:t>
    </dgm:pt>
    <dgm:pt modelId="{685DCC23-2374-4391-AA37-B3D6E9B4D2B9}" type="parTrans" cxnId="{D0496434-5511-4C1D-8149-CA94B5D2A02E}">
      <dgm:prSet/>
      <dgm:spPr/>
      <dgm:t>
        <a:bodyPr/>
        <a:lstStyle/>
        <a:p>
          <a:endParaRPr lang="en-US"/>
        </a:p>
      </dgm:t>
    </dgm:pt>
    <dgm:pt modelId="{47E83C5C-9B3F-4DE8-93B2-899A3A4CDDD8}" type="sibTrans" cxnId="{D0496434-5511-4C1D-8149-CA94B5D2A02E}">
      <dgm:prSet/>
      <dgm:spPr/>
      <dgm:t>
        <a:bodyPr/>
        <a:lstStyle/>
        <a:p>
          <a:pPr>
            <a:lnSpc>
              <a:spcPct val="100000"/>
            </a:lnSpc>
            <a:defRPr b="1"/>
          </a:pPr>
          <a:endParaRPr lang="en-US"/>
        </a:p>
      </dgm:t>
    </dgm:pt>
    <dgm:pt modelId="{081E8EB3-55B4-4FDD-B00A-CF36F95B5BF5}">
      <dgm:prSet/>
      <dgm:spPr/>
      <dgm:t>
        <a:bodyPr/>
        <a:lstStyle/>
        <a:p>
          <a:pPr>
            <a:lnSpc>
              <a:spcPct val="100000"/>
            </a:lnSpc>
          </a:pPr>
          <a:r>
            <a:rPr lang="en-US"/>
            <a:t>Los diagramas de secuencia permiten visualizar claramente cómo interactúan objetos y actores dentro de un sistema.</a:t>
          </a:r>
        </a:p>
      </dgm:t>
    </dgm:pt>
    <dgm:pt modelId="{2415388E-448E-46F3-80D2-57AD88181418}" type="parTrans" cxnId="{B766C398-7B7F-447D-AF3E-9BECBF06BA38}">
      <dgm:prSet/>
      <dgm:spPr/>
      <dgm:t>
        <a:bodyPr/>
        <a:lstStyle/>
        <a:p>
          <a:endParaRPr lang="en-US"/>
        </a:p>
      </dgm:t>
    </dgm:pt>
    <dgm:pt modelId="{ACE63B08-B68D-42F8-872C-7F95A4F3C110}" type="sibTrans" cxnId="{B766C398-7B7F-447D-AF3E-9BECBF06BA38}">
      <dgm:prSet/>
      <dgm:spPr/>
      <dgm:t>
        <a:bodyPr/>
        <a:lstStyle/>
        <a:p>
          <a:endParaRPr lang="en-US"/>
        </a:p>
      </dgm:t>
    </dgm:pt>
    <dgm:pt modelId="{28332965-B1F3-4859-9A76-F76634C42433}">
      <dgm:prSet/>
      <dgm:spPr/>
      <dgm:t>
        <a:bodyPr/>
        <a:lstStyle/>
        <a:p>
          <a:pPr>
            <a:lnSpc>
              <a:spcPct val="100000"/>
            </a:lnSpc>
            <a:defRPr b="1"/>
          </a:pPr>
          <a:r>
            <a:rPr lang="en-US"/>
            <a:t>Elementos clave del diagrama</a:t>
          </a:r>
        </a:p>
      </dgm:t>
    </dgm:pt>
    <dgm:pt modelId="{51AEEA7E-D725-49CC-8C5D-2D17F0C2F655}" type="parTrans" cxnId="{C6494379-133E-4C5A-8B29-8DAA4998B106}">
      <dgm:prSet/>
      <dgm:spPr/>
      <dgm:t>
        <a:bodyPr/>
        <a:lstStyle/>
        <a:p>
          <a:endParaRPr lang="en-US"/>
        </a:p>
      </dgm:t>
    </dgm:pt>
    <dgm:pt modelId="{D17BF4A5-7E8D-4BA8-BC70-6F7838DA1724}" type="sibTrans" cxnId="{C6494379-133E-4C5A-8B29-8DAA4998B106}">
      <dgm:prSet/>
      <dgm:spPr/>
      <dgm:t>
        <a:bodyPr/>
        <a:lstStyle/>
        <a:p>
          <a:pPr>
            <a:lnSpc>
              <a:spcPct val="100000"/>
            </a:lnSpc>
            <a:defRPr b="1"/>
          </a:pPr>
          <a:endParaRPr lang="en-US"/>
        </a:p>
      </dgm:t>
    </dgm:pt>
    <dgm:pt modelId="{E0A6E490-63E6-432D-A312-26C559B2CE47}">
      <dgm:prSet/>
      <dgm:spPr/>
      <dgm:t>
        <a:bodyPr/>
        <a:lstStyle/>
        <a:p>
          <a:pPr>
            <a:lnSpc>
              <a:spcPct val="100000"/>
            </a:lnSpc>
          </a:pPr>
          <a:r>
            <a:rPr lang="en-US"/>
            <a:t>Comprender la línea de vida, mensajes y retornos es fundamental para interpretar correctamente los diagramas.</a:t>
          </a:r>
        </a:p>
      </dgm:t>
    </dgm:pt>
    <dgm:pt modelId="{705433EF-1D21-47E5-94E9-1D4CB18D3C08}" type="parTrans" cxnId="{F0C4D591-725D-45FB-A667-C1DE7E618C3E}">
      <dgm:prSet/>
      <dgm:spPr/>
      <dgm:t>
        <a:bodyPr/>
        <a:lstStyle/>
        <a:p>
          <a:endParaRPr lang="en-US"/>
        </a:p>
      </dgm:t>
    </dgm:pt>
    <dgm:pt modelId="{FCA2FE2D-60BE-479A-98BB-31550141B5E0}" type="sibTrans" cxnId="{F0C4D591-725D-45FB-A667-C1DE7E618C3E}">
      <dgm:prSet/>
      <dgm:spPr/>
      <dgm:t>
        <a:bodyPr/>
        <a:lstStyle/>
        <a:p>
          <a:endParaRPr lang="en-US"/>
        </a:p>
      </dgm:t>
    </dgm:pt>
    <dgm:pt modelId="{A4D3E951-C16D-4100-9FC3-B38640C6115F}">
      <dgm:prSet/>
      <dgm:spPr/>
      <dgm:t>
        <a:bodyPr/>
        <a:lstStyle/>
        <a:p>
          <a:pPr>
            <a:lnSpc>
              <a:spcPct val="100000"/>
            </a:lnSpc>
            <a:defRPr b="1"/>
          </a:pPr>
          <a:r>
            <a:rPr lang="en-US"/>
            <a:t>Modelado y análisis eficaz</a:t>
          </a:r>
        </a:p>
      </dgm:t>
    </dgm:pt>
    <dgm:pt modelId="{9F406C62-82B2-4F7B-AAF9-322C497C06A8}" type="parTrans" cxnId="{CBB9994E-2721-4482-8D6B-F66D5F324E16}">
      <dgm:prSet/>
      <dgm:spPr/>
      <dgm:t>
        <a:bodyPr/>
        <a:lstStyle/>
        <a:p>
          <a:endParaRPr lang="en-US"/>
        </a:p>
      </dgm:t>
    </dgm:pt>
    <dgm:pt modelId="{C7F39396-411A-42E8-A0E5-E74B55031E09}" type="sibTrans" cxnId="{CBB9994E-2721-4482-8D6B-F66D5F324E16}">
      <dgm:prSet/>
      <dgm:spPr/>
      <dgm:t>
        <a:bodyPr/>
        <a:lstStyle/>
        <a:p>
          <a:endParaRPr lang="en-US"/>
        </a:p>
      </dgm:t>
    </dgm:pt>
    <dgm:pt modelId="{3FE10F18-3779-4D26-A363-9EC64C03FB46}">
      <dgm:prSet/>
      <dgm:spPr/>
      <dgm:t>
        <a:bodyPr/>
        <a:lstStyle/>
        <a:p>
          <a:pPr>
            <a:lnSpc>
              <a:spcPct val="100000"/>
            </a:lnSpc>
          </a:pPr>
          <a:r>
            <a:rPr lang="en-US"/>
            <a:t>Los diagramas facilitan el modelado y análisis del flujo de procesos para mejorar sistemas complejos.</a:t>
          </a:r>
        </a:p>
      </dgm:t>
    </dgm:pt>
    <dgm:pt modelId="{A5FF933B-A41A-44DB-AC5D-7A096C85F4E6}" type="parTrans" cxnId="{178E4D00-43FC-495E-94A7-82EEB5AB475D}">
      <dgm:prSet/>
      <dgm:spPr/>
      <dgm:t>
        <a:bodyPr/>
        <a:lstStyle/>
        <a:p>
          <a:endParaRPr lang="en-US"/>
        </a:p>
      </dgm:t>
    </dgm:pt>
    <dgm:pt modelId="{3DC45ECF-E544-481A-9023-DDA5FAC11819}" type="sibTrans" cxnId="{178E4D00-43FC-495E-94A7-82EEB5AB475D}">
      <dgm:prSet/>
      <dgm:spPr/>
      <dgm:t>
        <a:bodyPr/>
        <a:lstStyle/>
        <a:p>
          <a:endParaRPr lang="en-US"/>
        </a:p>
      </dgm:t>
    </dgm:pt>
    <dgm:pt modelId="{5599505B-33CB-426D-90FD-932644A24761}" type="pres">
      <dgm:prSet presAssocID="{A5756D7D-F155-44EB-86C6-5732EC9CF7BB}" presName="Name0" presStyleCnt="0">
        <dgm:presLayoutVars>
          <dgm:dir/>
          <dgm:resizeHandles val="exact"/>
        </dgm:presLayoutVars>
      </dgm:prSet>
      <dgm:spPr/>
    </dgm:pt>
    <dgm:pt modelId="{9760F972-595A-4E3B-B201-3C84C0B52CFA}" type="pres">
      <dgm:prSet presAssocID="{CF37752F-41F7-47FA-BAA8-D8A51B45EAA2}" presName="compNode" presStyleCnt="0"/>
      <dgm:spPr/>
    </dgm:pt>
    <dgm:pt modelId="{12B6378A-4694-4915-A068-AAB897A2843C}" type="pres">
      <dgm:prSet presAssocID="{CF37752F-41F7-47FA-BAA8-D8A51B45EAA2}" presName="pictRect" presStyleLbl="revTx" presStyleIdx="0" presStyleCnt="6">
        <dgm:presLayoutVars>
          <dgm:chMax val="0"/>
          <dgm:bulletEnabled/>
        </dgm:presLayoutVars>
      </dgm:prSet>
      <dgm:spPr/>
    </dgm:pt>
    <dgm:pt modelId="{3D104712-79D8-4BD3-8137-EF8617191AAD}" type="pres">
      <dgm:prSet presAssocID="{CF37752F-41F7-47FA-BAA8-D8A51B45EAA2}" presName="textRect" presStyleLbl="revTx" presStyleIdx="1" presStyleCnt="6">
        <dgm:presLayoutVars>
          <dgm:bulletEnabled/>
        </dgm:presLayoutVars>
      </dgm:prSet>
      <dgm:spPr/>
    </dgm:pt>
    <dgm:pt modelId="{6B06392A-B3CE-4AC6-8CB3-9270130A2FAC}" type="pres">
      <dgm:prSet presAssocID="{47E83C5C-9B3F-4DE8-93B2-899A3A4CDDD8}" presName="sibTrans" presStyleLbl="sibTrans2D1" presStyleIdx="0" presStyleCnt="0"/>
      <dgm:spPr/>
    </dgm:pt>
    <dgm:pt modelId="{1A9AA38E-99CC-450F-A286-4660895D9F65}" type="pres">
      <dgm:prSet presAssocID="{28332965-B1F3-4859-9A76-F76634C42433}" presName="compNode" presStyleCnt="0"/>
      <dgm:spPr/>
    </dgm:pt>
    <dgm:pt modelId="{93708D7B-53FC-407A-93F6-B0EDCE7860EA}" type="pres">
      <dgm:prSet presAssocID="{28332965-B1F3-4859-9A76-F76634C42433}" presName="pictRect" presStyleLbl="revTx" presStyleIdx="2" presStyleCnt="6">
        <dgm:presLayoutVars>
          <dgm:chMax val="0"/>
          <dgm:bulletEnabled/>
        </dgm:presLayoutVars>
      </dgm:prSet>
      <dgm:spPr/>
    </dgm:pt>
    <dgm:pt modelId="{9931EE8C-C01C-4851-AB31-CE4C38DA79B2}" type="pres">
      <dgm:prSet presAssocID="{28332965-B1F3-4859-9A76-F76634C42433}" presName="textRect" presStyleLbl="revTx" presStyleIdx="3" presStyleCnt="6">
        <dgm:presLayoutVars>
          <dgm:bulletEnabled/>
        </dgm:presLayoutVars>
      </dgm:prSet>
      <dgm:spPr/>
    </dgm:pt>
    <dgm:pt modelId="{A22C66CC-978F-457A-955B-5A4F7D47EFF5}" type="pres">
      <dgm:prSet presAssocID="{D17BF4A5-7E8D-4BA8-BC70-6F7838DA1724}" presName="sibTrans" presStyleLbl="sibTrans2D1" presStyleIdx="0" presStyleCnt="0"/>
      <dgm:spPr/>
    </dgm:pt>
    <dgm:pt modelId="{C159DB2B-89DA-4B40-AA7C-F27D24CF9E78}" type="pres">
      <dgm:prSet presAssocID="{A4D3E951-C16D-4100-9FC3-B38640C6115F}" presName="compNode" presStyleCnt="0"/>
      <dgm:spPr/>
    </dgm:pt>
    <dgm:pt modelId="{54AE2C35-422D-469C-AB83-5A6AE2636459}" type="pres">
      <dgm:prSet presAssocID="{A4D3E951-C16D-4100-9FC3-B38640C6115F}" presName="pictRect" presStyleLbl="revTx" presStyleIdx="4" presStyleCnt="6">
        <dgm:presLayoutVars>
          <dgm:chMax val="0"/>
          <dgm:bulletEnabled/>
        </dgm:presLayoutVars>
      </dgm:prSet>
      <dgm:spPr/>
    </dgm:pt>
    <dgm:pt modelId="{B4AD8A6A-B876-499E-8A97-86B6CCEB55A7}" type="pres">
      <dgm:prSet presAssocID="{A4D3E951-C16D-4100-9FC3-B38640C6115F}" presName="textRect" presStyleLbl="revTx" presStyleIdx="5" presStyleCnt="6">
        <dgm:presLayoutVars>
          <dgm:bulletEnabled/>
        </dgm:presLayoutVars>
      </dgm:prSet>
      <dgm:spPr/>
    </dgm:pt>
  </dgm:ptLst>
  <dgm:cxnLst>
    <dgm:cxn modelId="{178E4D00-43FC-495E-94A7-82EEB5AB475D}" srcId="{A4D3E951-C16D-4100-9FC3-B38640C6115F}" destId="{3FE10F18-3779-4D26-A363-9EC64C03FB46}" srcOrd="0" destOrd="0" parTransId="{A5FF933B-A41A-44DB-AC5D-7A096C85F4E6}" sibTransId="{3DC45ECF-E544-481A-9023-DDA5FAC11819}"/>
    <dgm:cxn modelId="{0BD7B60B-751E-49DD-A901-81EC17565D29}" type="presOf" srcId="{D17BF4A5-7E8D-4BA8-BC70-6F7838DA1724}" destId="{A22C66CC-978F-457A-955B-5A4F7D47EFF5}" srcOrd="0" destOrd="0" presId="urn:microsoft.com/office/officeart/2024/3/layout/hArchList1"/>
    <dgm:cxn modelId="{EA1E5310-75C8-4027-8E68-860267F1193A}" type="presOf" srcId="{A4D3E951-C16D-4100-9FC3-B38640C6115F}" destId="{54AE2C35-422D-469C-AB83-5A6AE2636459}" srcOrd="0" destOrd="0" presId="urn:microsoft.com/office/officeart/2024/3/layout/hArchList1"/>
    <dgm:cxn modelId="{811FAB18-C4C2-4B0E-8EAB-CD925BBE2BBB}" type="presOf" srcId="{3FE10F18-3779-4D26-A363-9EC64C03FB46}" destId="{B4AD8A6A-B876-499E-8A97-86B6CCEB55A7}" srcOrd="0" destOrd="0" presId="urn:microsoft.com/office/officeart/2024/3/layout/hArchList1"/>
    <dgm:cxn modelId="{097FBA2F-7599-467D-BD14-FAC98F59FF63}" type="presOf" srcId="{081E8EB3-55B4-4FDD-B00A-CF36F95B5BF5}" destId="{3D104712-79D8-4BD3-8137-EF8617191AAD}" srcOrd="0" destOrd="0" presId="urn:microsoft.com/office/officeart/2024/3/layout/hArchList1"/>
    <dgm:cxn modelId="{23188330-E481-4537-BAB8-8EF63BAA2BC6}" type="presOf" srcId="{CF37752F-41F7-47FA-BAA8-D8A51B45EAA2}" destId="{12B6378A-4694-4915-A068-AAB897A2843C}" srcOrd="0" destOrd="0" presId="urn:microsoft.com/office/officeart/2024/3/layout/hArchList1"/>
    <dgm:cxn modelId="{D0496434-5511-4C1D-8149-CA94B5D2A02E}" srcId="{A5756D7D-F155-44EB-86C6-5732EC9CF7BB}" destId="{CF37752F-41F7-47FA-BAA8-D8A51B45EAA2}" srcOrd="0" destOrd="0" parTransId="{685DCC23-2374-4391-AA37-B3D6E9B4D2B9}" sibTransId="{47E83C5C-9B3F-4DE8-93B2-899A3A4CDDD8}"/>
    <dgm:cxn modelId="{CD6FC349-1701-419E-B60C-77F2442C9644}" type="presOf" srcId="{E0A6E490-63E6-432D-A312-26C559B2CE47}" destId="{9931EE8C-C01C-4851-AB31-CE4C38DA79B2}" srcOrd="0" destOrd="0" presId="urn:microsoft.com/office/officeart/2024/3/layout/hArchList1"/>
    <dgm:cxn modelId="{CBB9994E-2721-4482-8D6B-F66D5F324E16}" srcId="{A5756D7D-F155-44EB-86C6-5732EC9CF7BB}" destId="{A4D3E951-C16D-4100-9FC3-B38640C6115F}" srcOrd="2" destOrd="0" parTransId="{9F406C62-82B2-4F7B-AAF9-322C497C06A8}" sibTransId="{C7F39396-411A-42E8-A0E5-E74B55031E09}"/>
    <dgm:cxn modelId="{C6494379-133E-4C5A-8B29-8DAA4998B106}" srcId="{A5756D7D-F155-44EB-86C6-5732EC9CF7BB}" destId="{28332965-B1F3-4859-9A76-F76634C42433}" srcOrd="1" destOrd="0" parTransId="{51AEEA7E-D725-49CC-8C5D-2D17F0C2F655}" sibTransId="{D17BF4A5-7E8D-4BA8-BC70-6F7838DA1724}"/>
    <dgm:cxn modelId="{F0C4D591-725D-45FB-A667-C1DE7E618C3E}" srcId="{28332965-B1F3-4859-9A76-F76634C42433}" destId="{E0A6E490-63E6-432D-A312-26C559B2CE47}" srcOrd="0" destOrd="0" parTransId="{705433EF-1D21-47E5-94E9-1D4CB18D3C08}" sibTransId="{FCA2FE2D-60BE-479A-98BB-31550141B5E0}"/>
    <dgm:cxn modelId="{B766C398-7B7F-447D-AF3E-9BECBF06BA38}" srcId="{CF37752F-41F7-47FA-BAA8-D8A51B45EAA2}" destId="{081E8EB3-55B4-4FDD-B00A-CF36F95B5BF5}" srcOrd="0" destOrd="0" parTransId="{2415388E-448E-46F3-80D2-57AD88181418}" sibTransId="{ACE63B08-B68D-42F8-872C-7F95A4F3C110}"/>
    <dgm:cxn modelId="{8A7ADDB2-2E7D-4E10-8565-50564EA0A73A}" type="presOf" srcId="{28332965-B1F3-4859-9A76-F76634C42433}" destId="{93708D7B-53FC-407A-93F6-B0EDCE7860EA}" srcOrd="0" destOrd="0" presId="urn:microsoft.com/office/officeart/2024/3/layout/hArchList1"/>
    <dgm:cxn modelId="{CE4E11D7-B619-41D6-8698-B1ECAD848CA4}" type="presOf" srcId="{A5756D7D-F155-44EB-86C6-5732EC9CF7BB}" destId="{5599505B-33CB-426D-90FD-932644A24761}" srcOrd="0" destOrd="0" presId="urn:microsoft.com/office/officeart/2024/3/layout/hArchList1"/>
    <dgm:cxn modelId="{9B73DDFE-AE99-4697-989D-5FC26313706D}" type="presOf" srcId="{47E83C5C-9B3F-4DE8-93B2-899A3A4CDDD8}" destId="{6B06392A-B3CE-4AC6-8CB3-9270130A2FAC}" srcOrd="0" destOrd="0" presId="urn:microsoft.com/office/officeart/2024/3/layout/hArchList1"/>
    <dgm:cxn modelId="{185B9AF3-2F14-4227-B1E7-1C4BD589E40F}" type="presParOf" srcId="{5599505B-33CB-426D-90FD-932644A24761}" destId="{9760F972-595A-4E3B-B201-3C84C0B52CFA}" srcOrd="0" destOrd="0" presId="urn:microsoft.com/office/officeart/2024/3/layout/hArchList1"/>
    <dgm:cxn modelId="{C08ADF62-ACA5-434A-9B29-3A2BE244ADEB}" type="presParOf" srcId="{9760F972-595A-4E3B-B201-3C84C0B52CFA}" destId="{12B6378A-4694-4915-A068-AAB897A2843C}" srcOrd="0" destOrd="0" presId="urn:microsoft.com/office/officeart/2024/3/layout/hArchList1"/>
    <dgm:cxn modelId="{C038D220-7DB4-4A93-837A-B502C3268DAE}" type="presParOf" srcId="{9760F972-595A-4E3B-B201-3C84C0B52CFA}" destId="{3D104712-79D8-4BD3-8137-EF8617191AAD}" srcOrd="1" destOrd="0" presId="urn:microsoft.com/office/officeart/2024/3/layout/hArchList1"/>
    <dgm:cxn modelId="{75EDB4EB-7F01-41F1-8018-F84AFBDE772A}" type="presParOf" srcId="{5599505B-33CB-426D-90FD-932644A24761}" destId="{6B06392A-B3CE-4AC6-8CB3-9270130A2FAC}" srcOrd="1" destOrd="0" presId="urn:microsoft.com/office/officeart/2024/3/layout/hArchList1"/>
    <dgm:cxn modelId="{77E01C85-F4AB-4751-BD1F-655775CEA269}" type="presParOf" srcId="{5599505B-33CB-426D-90FD-932644A24761}" destId="{1A9AA38E-99CC-450F-A286-4660895D9F65}" srcOrd="2" destOrd="0" presId="urn:microsoft.com/office/officeart/2024/3/layout/hArchList1"/>
    <dgm:cxn modelId="{82DE3C42-98D5-4569-BF8C-39FBDC35CF0C}" type="presParOf" srcId="{1A9AA38E-99CC-450F-A286-4660895D9F65}" destId="{93708D7B-53FC-407A-93F6-B0EDCE7860EA}" srcOrd="0" destOrd="0" presId="urn:microsoft.com/office/officeart/2024/3/layout/hArchList1"/>
    <dgm:cxn modelId="{5604EF96-FBF3-4397-8207-BAB4B0355E70}" type="presParOf" srcId="{1A9AA38E-99CC-450F-A286-4660895D9F65}" destId="{9931EE8C-C01C-4851-AB31-CE4C38DA79B2}" srcOrd="1" destOrd="0" presId="urn:microsoft.com/office/officeart/2024/3/layout/hArchList1"/>
    <dgm:cxn modelId="{74787A3E-D657-435B-8A87-1062F7EDFF4D}" type="presParOf" srcId="{5599505B-33CB-426D-90FD-932644A24761}" destId="{A22C66CC-978F-457A-955B-5A4F7D47EFF5}" srcOrd="3" destOrd="0" presId="urn:microsoft.com/office/officeart/2024/3/layout/hArchList1"/>
    <dgm:cxn modelId="{C0662E7A-2085-4846-9277-E30B43AC33FF}" type="presParOf" srcId="{5599505B-33CB-426D-90FD-932644A24761}" destId="{C159DB2B-89DA-4B40-AA7C-F27D24CF9E78}" srcOrd="4" destOrd="0" presId="urn:microsoft.com/office/officeart/2024/3/layout/hArchList1"/>
    <dgm:cxn modelId="{40C3399D-5BE2-413C-A7F5-8E9B9808A128}" type="presParOf" srcId="{C159DB2B-89DA-4B40-AA7C-F27D24CF9E78}" destId="{54AE2C35-422D-469C-AB83-5A6AE2636459}" srcOrd="0" destOrd="0" presId="urn:microsoft.com/office/officeart/2024/3/layout/hArchList1"/>
    <dgm:cxn modelId="{298C7907-BFAF-41C8-BC50-BFB37C27FF53}" type="presParOf" srcId="{C159DB2B-89DA-4B40-AA7C-F27D24CF9E78}" destId="{B4AD8A6A-B876-499E-8A97-86B6CCEB55A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6378A-4694-4915-A068-AAB897A2843C}">
      <dsp:nvSpPr>
        <dsp:cNvPr id="0" name=""/>
        <dsp:cNvSpPr/>
      </dsp:nvSpPr>
      <dsp:spPr>
        <a:xfrm>
          <a:off x="0" y="0"/>
          <a:ext cx="2570667" cy="61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Visualización de interacción</a:t>
          </a:r>
        </a:p>
      </dsp:txBody>
      <dsp:txXfrm>
        <a:off x="0" y="0"/>
        <a:ext cx="2570667" cy="611344"/>
      </dsp:txXfrm>
    </dsp:sp>
    <dsp:sp modelId="{3D104712-79D8-4BD3-8137-EF8617191AAD}">
      <dsp:nvSpPr>
        <dsp:cNvPr id="0" name=""/>
        <dsp:cNvSpPr/>
      </dsp:nvSpPr>
      <dsp:spPr>
        <a:xfrm>
          <a:off x="0" y="611344"/>
          <a:ext cx="2570667" cy="1815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Los diagramas de secuencia permiten visualizar claramente cómo interactúan objetos y actores dentro de un sistema.</a:t>
          </a:r>
        </a:p>
      </dsp:txBody>
      <dsp:txXfrm>
        <a:off x="0" y="611344"/>
        <a:ext cx="2570667" cy="1815881"/>
      </dsp:txXfrm>
    </dsp:sp>
    <dsp:sp modelId="{93708D7B-53FC-407A-93F6-B0EDCE7860EA}">
      <dsp:nvSpPr>
        <dsp:cNvPr id="0" name=""/>
        <dsp:cNvSpPr/>
      </dsp:nvSpPr>
      <dsp:spPr>
        <a:xfrm>
          <a:off x="2827733" y="0"/>
          <a:ext cx="2570667" cy="61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Elementos clave del diagrama</a:t>
          </a:r>
        </a:p>
      </dsp:txBody>
      <dsp:txXfrm>
        <a:off x="2827733" y="0"/>
        <a:ext cx="2570667" cy="611344"/>
      </dsp:txXfrm>
    </dsp:sp>
    <dsp:sp modelId="{9931EE8C-C01C-4851-AB31-CE4C38DA79B2}">
      <dsp:nvSpPr>
        <dsp:cNvPr id="0" name=""/>
        <dsp:cNvSpPr/>
      </dsp:nvSpPr>
      <dsp:spPr>
        <a:xfrm>
          <a:off x="2827733" y="611344"/>
          <a:ext cx="2570667" cy="1815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Comprender la línea de vida, mensajes y retornos es fundamental para interpretar correctamente los diagramas.</a:t>
          </a:r>
        </a:p>
      </dsp:txBody>
      <dsp:txXfrm>
        <a:off x="2827733" y="611344"/>
        <a:ext cx="2570667" cy="1815881"/>
      </dsp:txXfrm>
    </dsp:sp>
    <dsp:sp modelId="{54AE2C35-422D-469C-AB83-5A6AE2636459}">
      <dsp:nvSpPr>
        <dsp:cNvPr id="0" name=""/>
        <dsp:cNvSpPr/>
      </dsp:nvSpPr>
      <dsp:spPr>
        <a:xfrm>
          <a:off x="5655467" y="0"/>
          <a:ext cx="2570667" cy="611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Modelado y análisis eficaz</a:t>
          </a:r>
        </a:p>
      </dsp:txBody>
      <dsp:txXfrm>
        <a:off x="5655467" y="0"/>
        <a:ext cx="2570667" cy="611344"/>
      </dsp:txXfrm>
    </dsp:sp>
    <dsp:sp modelId="{B4AD8A6A-B876-499E-8A97-86B6CCEB55A7}">
      <dsp:nvSpPr>
        <dsp:cNvPr id="0" name=""/>
        <dsp:cNvSpPr/>
      </dsp:nvSpPr>
      <dsp:spPr>
        <a:xfrm>
          <a:off x="5655467" y="611344"/>
          <a:ext cx="2570667" cy="1815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Los diagramas facilitan el modelado y análisis del flujo de procesos para mejorar sistemas complejos.</a:t>
          </a:r>
        </a:p>
      </dsp:txBody>
      <dsp:txXfrm>
        <a:off x="5655467" y="611344"/>
        <a:ext cx="2570667" cy="1815881"/>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CC37AC-CA22-4528-8BFF-E847153B6040}" type="datetimeFigureOut">
              <a:rPr lang="es-SV" smtClean="0"/>
              <a:t>7/4/2026</a:t>
            </a:fld>
            <a:endParaRPr lang="es-SV"/>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181B2-061D-4E6F-BED9-0D838EA34D3D}" type="slidenum">
              <a:rPr lang="es-SV" smtClean="0"/>
              <a:t>‹Nº›</a:t>
            </a:fld>
            <a:endParaRPr lang="es-SV"/>
          </a:p>
        </p:txBody>
      </p:sp>
    </p:spTree>
    <p:extLst>
      <p:ext uri="{BB962C8B-B14F-4D97-AF65-F5344CB8AC3E}">
        <p14:creationId xmlns:p14="http://schemas.microsoft.com/office/powerpoint/2010/main" val="1869118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El contenido generado por IA puede ser incorrecto.
---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a:t>
            </a:fld>
            <a:endParaRPr lang="es-SV"/>
          </a:p>
        </p:txBody>
      </p:sp>
    </p:spTree>
    <p:extLst>
      <p:ext uri="{BB962C8B-B14F-4D97-AF65-F5344CB8AC3E}">
        <p14:creationId xmlns:p14="http://schemas.microsoft.com/office/powerpoint/2010/main" val="2575412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Fundamentos del diagrama de secuencia
 Línea de vida de un sistema en diagramas de secuencia
 Mensajes en los diagramas de secuencia
 Retornos en diagramas de secuencia</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2</a:t>
            </a:fld>
            <a:endParaRPr lang="es-SV"/>
          </a:p>
        </p:txBody>
      </p:sp>
    </p:spTree>
    <p:extLst>
      <p:ext uri="{BB962C8B-B14F-4D97-AF65-F5344CB8AC3E}">
        <p14:creationId xmlns:p14="http://schemas.microsoft.com/office/powerpoint/2010/main" val="419811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Definición y propósito del diagrama de secuencia, Elementos principales de un diagrama de secuencia, Importancia en el modelado de sistemas</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3</a:t>
            </a:fld>
            <a:endParaRPr lang="es-SV"/>
          </a:p>
        </p:txBody>
      </p:sp>
    </p:spTree>
    <p:extLst>
      <p:ext uri="{BB962C8B-B14F-4D97-AF65-F5344CB8AC3E}">
        <p14:creationId xmlns:p14="http://schemas.microsoft.com/office/powerpoint/2010/main" val="35172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diagramas de secuencia son una herramienta clave en UML para modelar la interacción entre objetos en un sistema a lo largo del tiempo. Su propósito principal es representar visualmente cómo los procesos y componentes se comunican mediante mensajes secuenciales, facilitando la comprensión del flujo dinámico del sistema. Estos diagramas ayudan a identificar responsabilidades y a detectar problemas o inconsistencias en el diseño del sistema.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4</a:t>
            </a:fld>
            <a:endParaRPr lang="es-SV"/>
          </a:p>
        </p:txBody>
      </p:sp>
    </p:spTree>
    <p:extLst>
      <p:ext uri="{BB962C8B-B14F-4D97-AF65-F5344CB8AC3E}">
        <p14:creationId xmlns:p14="http://schemas.microsoft.com/office/powerpoint/2010/main" val="4282613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elementos básicos incluyen la línea de vida, que representa la existencia de un objeto durante un período de tiempo; mensajes, que describen la comunicación entre objetos; activaciones, que indican cuándo un objeto está activo; y notas para comentarios adicionales. Identificar estos componentes es crucial para construir diagramas precisos y efectivos.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5</a:t>
            </a:fld>
            <a:endParaRPr lang="es-SV"/>
          </a:p>
        </p:txBody>
      </p:sp>
    </p:spTree>
    <p:extLst>
      <p:ext uri="{BB962C8B-B14F-4D97-AF65-F5344CB8AC3E}">
        <p14:creationId xmlns:p14="http://schemas.microsoft.com/office/powerpoint/2010/main" val="62290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diagramas de secuencia permiten la visualización detallada del comportamiento dinámico del sistema, facilitando la validación de requisitos y el diseño de interacciones complejas. Son esenciales para equipos de desarrollo y analistas, ya que promueven una mejor comunicación y minimizar errores de interpretación. Además, apoyan las fases de prueba al clarificar el flujo esperado de eventos.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6</a:t>
            </a:fld>
            <a:endParaRPr lang="es-SV"/>
          </a:p>
        </p:txBody>
      </p:sp>
    </p:spTree>
    <p:extLst>
      <p:ext uri="{BB962C8B-B14F-4D97-AF65-F5344CB8AC3E}">
        <p14:creationId xmlns:p14="http://schemas.microsoft.com/office/powerpoint/2010/main" val="2753121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Concepto de línea de vida y su representación gráfica, Roles de objetos y actores en la línea de vida, Ciclo de vida y estados de los objetos</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7</a:t>
            </a:fld>
            <a:endParaRPr lang="es-SV"/>
          </a:p>
        </p:txBody>
      </p:sp>
    </p:spTree>
    <p:extLst>
      <p:ext uri="{BB962C8B-B14F-4D97-AF65-F5344CB8AC3E}">
        <p14:creationId xmlns:p14="http://schemas.microsoft.com/office/powerpoint/2010/main" val="786657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La línea de vida es una columna vertical punteada que representa el periodo durante el cual un objeto o actor existe y participa en la interacción. Su longitud indica el tiempo que el objeto está activo en el escenario y es fundamental para entender cuándo y cómo ocurre la comunicación.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8</a:t>
            </a:fld>
            <a:endParaRPr lang="es-SV"/>
          </a:p>
        </p:txBody>
      </p:sp>
    </p:spTree>
    <p:extLst>
      <p:ext uri="{BB962C8B-B14F-4D97-AF65-F5344CB8AC3E}">
        <p14:creationId xmlns:p14="http://schemas.microsoft.com/office/powerpoint/2010/main" val="1687593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objetos representan instancias concretas dentro del sistema, mientras que los actores son entidades externas que interactúan con el sistema, como usuarios u otros sistemas. En el diagrama, ambos tienen líneas de vida distintas que reflejan sus roles y el momento en que intervienen.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9</a:t>
            </a:fld>
            <a:endParaRPr lang="es-SV"/>
          </a:p>
        </p:txBody>
      </p:sp>
    </p:spTree>
    <p:extLst>
      <p:ext uri="{BB962C8B-B14F-4D97-AF65-F5344CB8AC3E}">
        <p14:creationId xmlns:p14="http://schemas.microsoft.com/office/powerpoint/2010/main" val="3931742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objetos pueden pasar por diferentes estados a lo largo de su línea de vida, desde su creación hasta su destrucción. Estos estados reflejan cambios en su condición o disponibilidad para recibir mensajes. Comprender este ciclo es crucial para modelar interacciones precisas y evitar errores como enviar mensajes a objetos inexistentes.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10</a:t>
            </a:fld>
            <a:endParaRPr lang="es-SV"/>
          </a:p>
        </p:txBody>
      </p:sp>
    </p:spTree>
    <p:extLst>
      <p:ext uri="{BB962C8B-B14F-4D97-AF65-F5344CB8AC3E}">
        <p14:creationId xmlns:p14="http://schemas.microsoft.com/office/powerpoint/2010/main" val="2012889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Tipos de mensajes (sincrónicos, asincrónicos, de creación y destrucción), Sintaxis y notación de mensajes, Ejemplos prácticos de envío y recepción de mensajes</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11</a:t>
            </a:fld>
            <a:endParaRPr lang="es-SV"/>
          </a:p>
        </p:txBody>
      </p:sp>
    </p:spTree>
    <p:extLst>
      <p:ext uri="{BB962C8B-B14F-4D97-AF65-F5344CB8AC3E}">
        <p14:creationId xmlns:p14="http://schemas.microsoft.com/office/powerpoint/2010/main" val="704917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mensajes sincrónicos implican que el remitente espera una respuesta antes de continuar, mientras que los asincrónicos permiten continuar sin esperar respuesta inmediata. Los mensajes de creación inician la existencia de un objeto, y los de destrucción marcan su fin. La correcta identificación y uso de estos tipos es esencial para reflejar el comportamiento real de los sistemas.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12</a:t>
            </a:fld>
            <a:endParaRPr lang="es-SV"/>
          </a:p>
        </p:txBody>
      </p:sp>
    </p:spTree>
    <p:extLst>
      <p:ext uri="{BB962C8B-B14F-4D97-AF65-F5344CB8AC3E}">
        <p14:creationId xmlns:p14="http://schemas.microsoft.com/office/powerpoint/2010/main" val="2705270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La notación gráfica incluye diferentes flechas y líneas: flechas sólidas para mensajes sincrónicos, flechas abiertas para asincrónicos, y cajas para representaciones de activación. La precisión en la sintaxis permite que los diagramas sean interpretados unívocamente por todos los miembros del equipo.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13</a:t>
            </a:fld>
            <a:endParaRPr lang="es-SV"/>
          </a:p>
        </p:txBody>
      </p:sp>
    </p:spTree>
    <p:extLst>
      <p:ext uri="{BB962C8B-B14F-4D97-AF65-F5344CB8AC3E}">
        <p14:creationId xmlns:p14="http://schemas.microsoft.com/office/powerpoint/2010/main" val="1929373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Casos típicos incluyen solicitudes de servicios web, actualizaciones de estado en interfaces de usuario, o creación de nuevos procesos. Estos ejemplos prácticos demuestran cómo se reflejan diferentes escenarios reales en diagramas y cómo interpretar y diseñar las interacciones.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14</a:t>
            </a:fld>
            <a:endParaRPr lang="es-SV"/>
          </a:p>
        </p:txBody>
      </p:sp>
    </p:spTree>
    <p:extLst>
      <p:ext uri="{BB962C8B-B14F-4D97-AF65-F5344CB8AC3E}">
        <p14:creationId xmlns:p14="http://schemas.microsoft.com/office/powerpoint/2010/main" val="3778368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Representación gráfica de los retornos, Diferencia entre mensajes y retornos, Utilidad de los retornos en la comprensión del flujo</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15</a:t>
            </a:fld>
            <a:endParaRPr lang="es-SV"/>
          </a:p>
        </p:txBody>
      </p:sp>
    </p:spTree>
    <p:extLst>
      <p:ext uri="{BB962C8B-B14F-4D97-AF65-F5344CB8AC3E}">
        <p14:creationId xmlns:p14="http://schemas.microsoft.com/office/powerpoint/2010/main" val="2844025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retornos suelen representarse por líneas discontinuas que indican el regreso de control o datos desde el receptor del mensaje hacia el remitente. Esta convención ayuda a diferenciar claramente la respuesta a un mensaje dentro del flujo de comunicación.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16</a:t>
            </a:fld>
            <a:endParaRPr lang="es-SV"/>
          </a:p>
        </p:txBody>
      </p:sp>
    </p:spTree>
    <p:extLst>
      <p:ext uri="{BB962C8B-B14F-4D97-AF65-F5344CB8AC3E}">
        <p14:creationId xmlns:p14="http://schemas.microsoft.com/office/powerpoint/2010/main" val="638960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Mientras los mensajes representan la solicitud de acción o información, los retornos indican la finalización de esa acción, normalmente con datos o confirmaciones. Esta diferencia esencial explica el flujo bidireccional dentro de los diagramas de secuencia y es clave para una correcta interpretación del comportamiento del sistema.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17</a:t>
            </a:fld>
            <a:endParaRPr lang="es-SV"/>
          </a:p>
        </p:txBody>
      </p:sp>
    </p:spTree>
    <p:extLst>
      <p:ext uri="{BB962C8B-B14F-4D97-AF65-F5344CB8AC3E}">
        <p14:creationId xmlns:p14="http://schemas.microsoft.com/office/powerpoint/2010/main" val="2968285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
---
Los retornos permiten visualizar cuándo y cómo finalizan las interacciones, confirmando la recepción de información o el resultado de una operación. Esta visibilidad es fundamental para rastrear errores y optimizar el diseño, asegurando que las respuestas se gestionan adecuadamente en el sistema.
Origen de la imagen: generada por IA
</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18</a:t>
            </a:fld>
            <a:endParaRPr lang="es-SV"/>
          </a:p>
        </p:txBody>
      </p:sp>
    </p:spTree>
    <p:extLst>
      <p:ext uri="{BB962C8B-B14F-4D97-AF65-F5344CB8AC3E}">
        <p14:creationId xmlns:p14="http://schemas.microsoft.com/office/powerpoint/2010/main" val="1943084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SV"/>
              <a:t>En resumen, los diagramas de secuencia son herramientas fundamentales para visualizar la interacción entre objetos y actores en un sistema. Comprender sus elementos, la línea de vida, los mensajes y los retornos nos permite modelar y analizar eficazmente el flujo de procesos, facilitando el diseño y la mejora de sistemas complejos.</a:t>
            </a:r>
          </a:p>
        </p:txBody>
      </p:sp>
      <p:sp>
        <p:nvSpPr>
          <p:cNvPr id="4" name="Marcador de número de diapositiva 3"/>
          <p:cNvSpPr>
            <a:spLocks noGrp="1"/>
          </p:cNvSpPr>
          <p:nvPr>
            <p:ph type="sldNum" sz="quarter" idx="5"/>
          </p:nvPr>
        </p:nvSpPr>
        <p:spPr/>
        <p:txBody>
          <a:bodyPr/>
          <a:lstStyle/>
          <a:p>
            <a:fld id="{5B2D1301-2765-4228-BE05-C1044A3FFD69}" type="slidenum">
              <a:rPr lang="es-SV" smtClean="0"/>
              <a:t>19</a:t>
            </a:fld>
            <a:endParaRPr lang="es-SV"/>
          </a:p>
        </p:txBody>
      </p:sp>
    </p:spTree>
    <p:extLst>
      <p:ext uri="{BB962C8B-B14F-4D97-AF65-F5344CB8AC3E}">
        <p14:creationId xmlns:p14="http://schemas.microsoft.com/office/powerpoint/2010/main" val="27157327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ítulo con imagen">
    <p:bg>
      <p:bgPr>
        <a:solidFill>
          <a:schemeClr val="bg2"/>
        </a:solidFill>
        <a:effectLst/>
      </p:bgPr>
    </p:bg>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rtlCol="0"/>
          <a:lstStyle>
            <a:lvl1pPr>
              <a:defRPr/>
            </a:lvl1pPr>
          </a:lstStyle>
          <a:p>
            <a:pPr rtl="0"/>
            <a:r>
              <a:rPr lang="es"/>
              <a:t>   </a:t>
            </a:r>
          </a:p>
        </p:txBody>
      </p:sp>
      <p:sp>
        <p:nvSpPr>
          <p:cNvPr id="6" name="Título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rtlCol="0" anchor="t"/>
          <a:lstStyle>
            <a:lvl1pPr>
              <a:defRPr sz="5000"/>
            </a:lvl1pPr>
          </a:lstStyle>
          <a:p>
            <a:pPr rtl="0"/>
            <a:r>
              <a:rPr lang="es"/>
              <a:t>Haga clic para modificar el estilo de título del patrón</a:t>
            </a:r>
          </a:p>
        </p:txBody>
      </p:sp>
      <p:sp>
        <p:nvSpPr>
          <p:cNvPr id="15" name="Subtítulo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rtl="0"/>
            <a:r>
              <a:rPr lang="es"/>
              <a:t>Haga clic para editar el estilo de subtítulo del patrón</a:t>
            </a:r>
            <a:endParaRPr lang="en-US" dirty="0"/>
          </a:p>
        </p:txBody>
      </p:sp>
      <p:sp>
        <p:nvSpPr>
          <p:cNvPr id="11" name="Marcador de fecha 10">
            <a:extLst>
              <a:ext uri="{FF2B5EF4-FFF2-40B4-BE49-F238E27FC236}">
                <a16:creationId xmlns:a16="http://schemas.microsoft.com/office/drawing/2014/main" id="{A03BE6F4-76AC-1913-6858-8449FC30A22C}"/>
              </a:ext>
            </a:extLst>
          </p:cNvPr>
          <p:cNvSpPr>
            <a:spLocks noGrp="1"/>
          </p:cNvSpPr>
          <p:nvPr>
            <p:ph type="dt" sz="half" idx="14"/>
          </p:nvPr>
        </p:nvSpPr>
        <p:spPr/>
        <p:txBody>
          <a:bodyPr rtlCol="0"/>
          <a:lstStyle/>
          <a:p>
            <a:pPr rtl="0"/>
            <a:r>
              <a:rPr lang="en-US"/>
              <a:t>24/11/2025</a:t>
            </a:r>
            <a:endParaRPr lang="en-US" dirty="0"/>
          </a:p>
        </p:txBody>
      </p:sp>
      <p:sp>
        <p:nvSpPr>
          <p:cNvPr id="12" name="Marcador de pie de página 11">
            <a:extLst>
              <a:ext uri="{FF2B5EF4-FFF2-40B4-BE49-F238E27FC236}">
                <a16:creationId xmlns:a16="http://schemas.microsoft.com/office/drawing/2014/main" id="{3A959F0E-1234-A029-DD14-0642D1457559}"/>
              </a:ext>
            </a:extLst>
          </p:cNvPr>
          <p:cNvSpPr>
            <a:spLocks noGrp="1"/>
          </p:cNvSpPr>
          <p:nvPr>
            <p:ph type="ftr" sz="quarter" idx="15"/>
          </p:nvPr>
        </p:nvSpPr>
        <p:spPr/>
        <p:txBody>
          <a:bodyPr rtlCol="0"/>
          <a:lstStyle/>
          <a:p>
            <a:pPr rtl="0"/>
            <a:r>
              <a:rPr lang="es"/>
              <a:t>Ejemplo de Texto de pie de página</a:t>
            </a:r>
          </a:p>
        </p:txBody>
      </p:sp>
      <p:sp>
        <p:nvSpPr>
          <p:cNvPr id="14" name="Marcador de número de diapositiva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124685459"/>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rtlCol="0" anchor="b">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4" name="Conector recto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584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ítulo con imagen 2">
    <p:bg>
      <p:bgPr>
        <a:solidFill>
          <a:schemeClr val="bg2"/>
        </a:solidFill>
        <a:effectLst/>
      </p:bgPr>
    </p:bg>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rtlCol="0"/>
          <a:lstStyle>
            <a:lvl1pPr>
              <a:defRPr/>
            </a:lvl1pPr>
          </a:lstStyle>
          <a:p>
            <a:pPr rtl="0"/>
            <a:r>
              <a:rPr lang="es"/>
              <a:t>   </a:t>
            </a:r>
          </a:p>
        </p:txBody>
      </p:sp>
      <p:sp>
        <p:nvSpPr>
          <p:cNvPr id="5" name="Título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rtlCol="0"/>
          <a:lstStyle>
            <a:lvl1pPr>
              <a:defRPr sz="5000"/>
            </a:lvl1pPr>
          </a:lstStyle>
          <a:p>
            <a:pPr rtl="0"/>
            <a:r>
              <a:rPr lang="es"/>
              <a:t>Haga clic para modificar el estilo de título del patrón</a:t>
            </a:r>
          </a:p>
        </p:txBody>
      </p:sp>
      <p:sp>
        <p:nvSpPr>
          <p:cNvPr id="14" name="Subtítulo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rtl="0"/>
            <a:r>
              <a:rPr lang="es"/>
              <a:t>Haga clic para editar el estilo de subtítulo del patrón</a:t>
            </a:r>
          </a:p>
        </p:txBody>
      </p:sp>
      <p:sp>
        <p:nvSpPr>
          <p:cNvPr id="7" name="Marcador de fecha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rtlCol="0"/>
          <a:lstStyle/>
          <a:p>
            <a:pPr rtl="0"/>
            <a:r>
              <a:rPr lang="en-US"/>
              <a:t>24/11/2025</a:t>
            </a:r>
          </a:p>
        </p:txBody>
      </p:sp>
      <p:sp>
        <p:nvSpPr>
          <p:cNvPr id="8" name="Marcador de pie de página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rtlCol="0"/>
          <a:lstStyle/>
          <a:p>
            <a:pPr rtl="0"/>
            <a:r>
              <a:rPr lang="es"/>
              <a:t>Ejemplo de Texto de pie de página</a:t>
            </a:r>
          </a:p>
        </p:txBody>
      </p:sp>
      <p:sp>
        <p:nvSpPr>
          <p:cNvPr id="13" name="Marcador de número de diapositiva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117917679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ítulo con imagen 3">
    <p:bg>
      <p:bgPr>
        <a:solidFill>
          <a:schemeClr val="bg2"/>
        </a:solidFill>
        <a:effectLst/>
      </p:bgPr>
    </p:bg>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rtlCol="0"/>
          <a:lstStyle>
            <a:lvl1pPr>
              <a:defRPr/>
            </a:lvl1pPr>
          </a:lstStyle>
          <a:p>
            <a:pPr rtl="0"/>
            <a:r>
              <a:rPr lang="es"/>
              <a:t>   </a:t>
            </a:r>
          </a:p>
        </p:txBody>
      </p:sp>
      <p:sp>
        <p:nvSpPr>
          <p:cNvPr id="10" name="Título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rtlCol="0" anchor="t"/>
          <a:lstStyle>
            <a:lvl1pPr>
              <a:defRPr sz="4200"/>
            </a:lvl1pPr>
          </a:lstStyle>
          <a:p>
            <a:pPr rtl="0"/>
            <a:r>
              <a:rPr lang="es"/>
              <a:t>Haga clic para modificar el estilo de título del patrón</a:t>
            </a:r>
          </a:p>
        </p:txBody>
      </p:sp>
      <p:sp>
        <p:nvSpPr>
          <p:cNvPr id="5" name="Subtítulo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rtl="0"/>
            <a:r>
              <a:rPr lang="es"/>
              <a:t>Haga clic para editar el estilo de subtítulo del patrón</a:t>
            </a:r>
            <a:endParaRPr lang="en-US" dirty="0"/>
          </a:p>
        </p:txBody>
      </p:sp>
      <p:sp>
        <p:nvSpPr>
          <p:cNvPr id="7" name="Marcador de fecha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rtlCol="0"/>
          <a:lstStyle/>
          <a:p>
            <a:pPr rtl="0"/>
            <a:r>
              <a:rPr lang="en-US"/>
              <a:t>24/11/2025</a:t>
            </a:r>
          </a:p>
        </p:txBody>
      </p:sp>
      <p:sp>
        <p:nvSpPr>
          <p:cNvPr id="8" name="Marcador de pie de página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rtlCol="0"/>
          <a:lstStyle/>
          <a:p>
            <a:pPr rtl="0"/>
            <a:r>
              <a:rPr lang="es"/>
              <a:t>Ejemplo de Texto de pie de página</a:t>
            </a:r>
          </a:p>
        </p:txBody>
      </p:sp>
      <p:sp>
        <p:nvSpPr>
          <p:cNvPr id="13" name="Marcador de número de diapositiva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426396607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ítulo con imagen 4">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ctángulo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Título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rtlCol="0" anchor="t">
            <a:normAutofit/>
          </a:bodyPr>
          <a:lstStyle>
            <a:lvl1pPr>
              <a:defRPr sz="3600"/>
            </a:lvl1pPr>
          </a:lstStyle>
          <a:p>
            <a:pPr rtl="0"/>
            <a:r>
              <a:rPr lang="es"/>
              <a:t>Haga clic para modificar el estilo de título del patrón</a:t>
            </a:r>
          </a:p>
        </p:txBody>
      </p:sp>
      <p:sp>
        <p:nvSpPr>
          <p:cNvPr id="10" name="Subtítulo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rtl="0"/>
            <a:r>
              <a:rPr lang="es"/>
              <a:t>Haga clic para editar el estilo de subtítulo del patrón</a:t>
            </a:r>
          </a:p>
        </p:txBody>
      </p:sp>
      <p:sp>
        <p:nvSpPr>
          <p:cNvPr id="5" name="Marcador de pie de página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rtlCol="0"/>
          <a:lstStyle/>
          <a:p>
            <a:pPr rtl="0"/>
            <a:r>
              <a:rPr lang="en-US"/>
              <a:t>24/11/2025</a:t>
            </a:r>
          </a:p>
        </p:txBody>
      </p:sp>
      <p:sp>
        <p:nvSpPr>
          <p:cNvPr id="6" name="Marcador de número de diapositiva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rtlCol="0"/>
          <a:lstStyle/>
          <a:p>
            <a:pPr rtl="0"/>
            <a:fld id="{5E0677F5-4A8A-4BF1-96BE-3BAE8FBAFE2E}" type="slidenum">
              <a:rPr lang="en-US" smtClean="0"/>
              <a:t>‹Nº›</a:t>
            </a:fld>
            <a:endParaRPr lang="en-US"/>
          </a:p>
        </p:txBody>
      </p:sp>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rtlCol="0"/>
          <a:lstStyle>
            <a:lvl1pPr>
              <a:defRPr/>
            </a:lvl1pPr>
          </a:lstStyle>
          <a:p>
            <a:pPr rtl="0"/>
            <a:r>
              <a:rPr lang="es"/>
              <a:t>   </a:t>
            </a:r>
          </a:p>
        </p:txBody>
      </p:sp>
    </p:spTree>
    <p:extLst>
      <p:ext uri="{BB962C8B-B14F-4D97-AF65-F5344CB8AC3E}">
        <p14:creationId xmlns:p14="http://schemas.microsoft.com/office/powerpoint/2010/main" val="20172639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ítulo con imagen 5">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ángulo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ángulo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ítulo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rtlCol="0" anchor="t"/>
          <a:lstStyle>
            <a:lvl1pPr>
              <a:defRPr sz="5000"/>
            </a:lvl1pPr>
          </a:lstStyle>
          <a:p>
            <a:pPr rtl="0"/>
            <a:r>
              <a:rPr lang="es"/>
              <a:t>Haga clic para modificar el estilo de título del patrón</a:t>
            </a:r>
          </a:p>
        </p:txBody>
      </p:sp>
      <p:sp>
        <p:nvSpPr>
          <p:cNvPr id="15" name="Subtítulo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rtl="0"/>
            <a:r>
              <a:rPr lang="es"/>
              <a:t>Haga clic para editar el estilo de subtítulo del patrón</a:t>
            </a:r>
          </a:p>
        </p:txBody>
      </p:sp>
      <p:sp>
        <p:nvSpPr>
          <p:cNvPr id="11" name="Marcador de pie de página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rtlCol="0"/>
          <a:lstStyle/>
          <a:p>
            <a:pPr rtl="0"/>
            <a:r>
              <a:rPr lang="es"/>
              <a:t>Muestra de texto de pie de página</a:t>
            </a:r>
          </a:p>
        </p:txBody>
      </p:sp>
      <p:sp>
        <p:nvSpPr>
          <p:cNvPr id="10" name="Marcador de fecha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rtlCol="0"/>
          <a:lstStyle/>
          <a:p>
            <a:pPr rtl="0"/>
            <a:r>
              <a:rPr lang="en-US"/>
              <a:t>24/11/2025</a:t>
            </a:r>
          </a:p>
        </p:txBody>
      </p:sp>
      <p:sp>
        <p:nvSpPr>
          <p:cNvPr id="12" name="Marcador de número de diapositiva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rtlCol="0"/>
          <a:lstStyle/>
          <a:p>
            <a:pPr rtl="0"/>
            <a:fld id="{5E0677F5-4A8A-4BF1-96BE-3BAE8FBAFE2E}" type="slidenum">
              <a:rPr lang="en-US" smtClean="0"/>
              <a:t>‹Nº›</a:t>
            </a:fld>
            <a:endParaRPr lang="en-US"/>
          </a:p>
        </p:txBody>
      </p:sp>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rtlCol="0"/>
          <a:lstStyle>
            <a:lvl1pPr>
              <a:defRPr/>
            </a:lvl1pPr>
          </a:lstStyle>
          <a:p>
            <a:pPr rtl="0"/>
            <a:r>
              <a:rPr lang="es"/>
              <a:t>   </a:t>
            </a:r>
          </a:p>
        </p:txBody>
      </p:sp>
      <p:cxnSp>
        <p:nvCxnSpPr>
          <p:cNvPr id="7" name="Conector recto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6019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ítulo con imagen 6">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ítulo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rtlCol="0">
            <a:normAutofit/>
          </a:bodyPr>
          <a:lstStyle>
            <a:lvl1pPr>
              <a:defRPr sz="3600"/>
            </a:lvl1pPr>
          </a:lstStyle>
          <a:p>
            <a:pPr rtl="0"/>
            <a:r>
              <a:rPr lang="es"/>
              <a:t>Haga clic para modificar el estilo de título del patrón</a:t>
            </a:r>
          </a:p>
        </p:txBody>
      </p:sp>
      <p:sp>
        <p:nvSpPr>
          <p:cNvPr id="12" name="Subtítulo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rtl="0"/>
            <a:r>
              <a:rPr lang="es"/>
              <a:t>Haga clic para editar el estilo de subtítulo del patrón</a:t>
            </a:r>
          </a:p>
        </p:txBody>
      </p:sp>
      <p:sp>
        <p:nvSpPr>
          <p:cNvPr id="9" name="Marcador de posición de imagen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rtlCol="0"/>
          <a:lstStyle>
            <a:lvl1pPr>
              <a:defRPr/>
            </a:lvl1pPr>
          </a:lstStyle>
          <a:p>
            <a:pPr rtl="0"/>
            <a:r>
              <a:rPr lang="es"/>
              <a:t>   </a:t>
            </a:r>
          </a:p>
        </p:txBody>
      </p:sp>
      <p:sp>
        <p:nvSpPr>
          <p:cNvPr id="7" name="Marcador de fecha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rtlCol="0"/>
          <a:lstStyle/>
          <a:p>
            <a:pPr rtl="0"/>
            <a:r>
              <a:rPr lang="en-US"/>
              <a:t>24/11/2025</a:t>
            </a:r>
          </a:p>
        </p:txBody>
      </p:sp>
      <p:sp>
        <p:nvSpPr>
          <p:cNvPr id="8" name="Marcador de pie de página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rtlCol="0"/>
          <a:lstStyle/>
          <a:p>
            <a:pPr rtl="0"/>
            <a:r>
              <a:rPr lang="es"/>
              <a:t>Ejemplo de Texto de pie de página</a:t>
            </a:r>
          </a:p>
        </p:txBody>
      </p:sp>
      <p:sp>
        <p:nvSpPr>
          <p:cNvPr id="13" name="Marcador de número de diapositiva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181016874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ítulo">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Rectángulo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1" name="Rectángulo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chemeClr val="tx1"/>
              </a:solidFill>
            </a:endParaRPr>
          </a:p>
        </p:txBody>
      </p:sp>
      <p:cxnSp>
        <p:nvCxnSpPr>
          <p:cNvPr id="14" name="Conector recto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ítulo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rtlCol="0" anchor="t"/>
          <a:lstStyle>
            <a:lvl1pPr>
              <a:defRPr sz="6000"/>
            </a:lvl1pPr>
          </a:lstStyle>
          <a:p>
            <a:pPr rtl="0"/>
            <a:r>
              <a:rPr lang="es"/>
              <a:t>Haga clic para modificar el estilo de título del patrón</a:t>
            </a:r>
          </a:p>
        </p:txBody>
      </p:sp>
      <p:sp>
        <p:nvSpPr>
          <p:cNvPr id="17" name="Subtítulo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rtl="0"/>
            <a:r>
              <a:rPr lang="es"/>
              <a:t>Haga clic para editar el estilo de subtítulo del patrón</a:t>
            </a:r>
          </a:p>
        </p:txBody>
      </p:sp>
      <p:sp>
        <p:nvSpPr>
          <p:cNvPr id="4" name="Marcador de fecha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rtlCol="0"/>
          <a:lstStyle>
            <a:lvl1pPr>
              <a:defRPr>
                <a:solidFill>
                  <a:schemeClr val="tx1"/>
                </a:solidFill>
              </a:defRPr>
            </a:lvl1pPr>
          </a:lstStyle>
          <a:p>
            <a:pPr rtl="0"/>
            <a:r>
              <a:rPr lang="en-US"/>
              <a:t>24/11/2025</a:t>
            </a:r>
          </a:p>
        </p:txBody>
      </p:sp>
      <p:sp>
        <p:nvSpPr>
          <p:cNvPr id="5" name="Marcador de pie de página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rtlCol="0"/>
          <a:lstStyle>
            <a:lvl1pPr>
              <a:defRPr>
                <a:solidFill>
                  <a:schemeClr val="tx1"/>
                </a:solidFill>
              </a:defRPr>
            </a:lvl1pPr>
          </a:lstStyle>
          <a:p>
            <a:pPr rtl="0"/>
            <a:r>
              <a:rPr lang="es"/>
              <a:t>Ejemplo de Texto de pie de página</a:t>
            </a:r>
          </a:p>
        </p:txBody>
      </p:sp>
      <p:sp>
        <p:nvSpPr>
          <p:cNvPr id="6" name="Marcador de número de diapositiva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rtlCol="0"/>
          <a:lstStyle>
            <a:lvl1pPr>
              <a:defRPr>
                <a:solidFill>
                  <a:schemeClr val="tx1"/>
                </a:solidFill>
              </a:defRPr>
            </a:lvl1pPr>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41698374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ítulo 2">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rtlCol="0" anchor="t"/>
          <a:lstStyle>
            <a:lvl1pPr>
              <a:defRPr sz="5000"/>
            </a:lvl1pPr>
          </a:lstStyle>
          <a:p>
            <a:pPr rtl="0"/>
            <a:r>
              <a:rPr lang="es"/>
              <a:t>Haga clic para modificar el estilo de título del patrón</a:t>
            </a:r>
          </a:p>
        </p:txBody>
      </p:sp>
      <p:sp>
        <p:nvSpPr>
          <p:cNvPr id="7" name="Subtítulo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rtl="0"/>
            <a:r>
              <a:rPr lang="es"/>
              <a:t>Haga clic para editar el estilo de subtítulo del patrón</a:t>
            </a:r>
          </a:p>
        </p:txBody>
      </p:sp>
      <p:sp>
        <p:nvSpPr>
          <p:cNvPr id="15" name="Marcador de fecha 14">
            <a:extLst>
              <a:ext uri="{FF2B5EF4-FFF2-40B4-BE49-F238E27FC236}">
                <a16:creationId xmlns:a16="http://schemas.microsoft.com/office/drawing/2014/main" id="{4E1D7382-6629-2CE5-9CD1-12C42772E0D2}"/>
              </a:ext>
            </a:extLst>
          </p:cNvPr>
          <p:cNvSpPr>
            <a:spLocks noGrp="1"/>
          </p:cNvSpPr>
          <p:nvPr>
            <p:ph type="dt" sz="half" idx="10"/>
          </p:nvPr>
        </p:nvSpPr>
        <p:spPr/>
        <p:txBody>
          <a:bodyPr rtlCol="0"/>
          <a:lstStyle/>
          <a:p>
            <a:pPr rtl="0"/>
            <a:r>
              <a:rPr lang="en-US"/>
              <a:t>24/11/2025</a:t>
            </a:r>
          </a:p>
        </p:txBody>
      </p:sp>
      <p:sp>
        <p:nvSpPr>
          <p:cNvPr id="16" name="Marcador de pie de página 15">
            <a:extLst>
              <a:ext uri="{FF2B5EF4-FFF2-40B4-BE49-F238E27FC236}">
                <a16:creationId xmlns:a16="http://schemas.microsoft.com/office/drawing/2014/main" id="{04D3FCD7-2C92-02D9-B65F-03119FF69156}"/>
              </a:ext>
            </a:extLst>
          </p:cNvPr>
          <p:cNvSpPr>
            <a:spLocks noGrp="1"/>
          </p:cNvSpPr>
          <p:nvPr>
            <p:ph type="ftr" sz="quarter" idx="11"/>
          </p:nvPr>
        </p:nvSpPr>
        <p:spPr/>
        <p:txBody>
          <a:bodyPr rtlCol="0"/>
          <a:lstStyle/>
          <a:p>
            <a:pPr rtl="0"/>
            <a:r>
              <a:rPr lang="es"/>
              <a:t>Ejemplo de Texto de pie de página</a:t>
            </a:r>
          </a:p>
        </p:txBody>
      </p:sp>
      <p:sp>
        <p:nvSpPr>
          <p:cNvPr id="17" name="Marcador de número de diapositiva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
        <p:nvSpPr>
          <p:cNvPr id="11" name="Rectángulo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ctángulo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0363059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3">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Neue Haas Grotesk Text Pro"/>
              <a:ea typeface="+mn-ea"/>
              <a:cs typeface="+mn-cs"/>
            </a:endParaRPr>
          </a:p>
        </p:txBody>
      </p:sp>
      <p:sp>
        <p:nvSpPr>
          <p:cNvPr id="5" name="Rectángulo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ítulo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rtlCol="0" anchor="t"/>
          <a:lstStyle>
            <a:lvl1pPr>
              <a:defRPr sz="5000"/>
            </a:lvl1pPr>
          </a:lstStyle>
          <a:p>
            <a:pPr rtl="0"/>
            <a:r>
              <a:rPr lang="es"/>
              <a:t>Haga clic para modificar el estilo de título del patrón</a:t>
            </a:r>
          </a:p>
        </p:txBody>
      </p:sp>
      <p:sp>
        <p:nvSpPr>
          <p:cNvPr id="14" name="Subtítulo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rtl="0"/>
            <a:r>
              <a:rPr lang="es"/>
              <a:t>Haga clic para editar el estilo de subtítulo del patrón</a:t>
            </a:r>
          </a:p>
        </p:txBody>
      </p:sp>
      <p:sp>
        <p:nvSpPr>
          <p:cNvPr id="7" name="Marcador de fecha 6">
            <a:extLst>
              <a:ext uri="{FF2B5EF4-FFF2-40B4-BE49-F238E27FC236}">
                <a16:creationId xmlns:a16="http://schemas.microsoft.com/office/drawing/2014/main" id="{5EAFA23F-C567-5858-AF7D-C37EC8657A25}"/>
              </a:ext>
            </a:extLst>
          </p:cNvPr>
          <p:cNvSpPr>
            <a:spLocks noGrp="1"/>
          </p:cNvSpPr>
          <p:nvPr>
            <p:ph type="dt" sz="half" idx="10"/>
          </p:nvPr>
        </p:nvSpPr>
        <p:spPr/>
        <p:txBody>
          <a:bodyPr rtlCol="0"/>
          <a:lstStyle/>
          <a:p>
            <a:pPr rtl="0"/>
            <a:r>
              <a:rPr lang="en-US"/>
              <a:t>24/11/2025</a:t>
            </a:r>
          </a:p>
        </p:txBody>
      </p:sp>
      <p:sp>
        <p:nvSpPr>
          <p:cNvPr id="8" name="Marcador de pie de página 7">
            <a:extLst>
              <a:ext uri="{FF2B5EF4-FFF2-40B4-BE49-F238E27FC236}">
                <a16:creationId xmlns:a16="http://schemas.microsoft.com/office/drawing/2014/main" id="{8EFB4A31-4D88-6836-9F3A-5E23FC9DE7FB}"/>
              </a:ext>
            </a:extLst>
          </p:cNvPr>
          <p:cNvSpPr>
            <a:spLocks noGrp="1"/>
          </p:cNvSpPr>
          <p:nvPr>
            <p:ph type="ftr" sz="quarter" idx="11"/>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cxnSp>
        <p:nvCxnSpPr>
          <p:cNvPr id="6" name="Conector recto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572248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Rectángulo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Rectángulo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rtlCol="0" anchor="b">
            <a:normAutofit/>
          </a:bodyPr>
          <a:lstStyle>
            <a:lvl1pPr algn="r">
              <a:defRPr sz="72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FCA76BF-5E58-9143-643F-6B06864B8735}"/>
              </a:ext>
            </a:extLst>
          </p:cNvPr>
          <p:cNvSpPr>
            <a:spLocks noGrp="1"/>
          </p:cNvSpPr>
          <p:nvPr>
            <p:ph type="dt" sz="half" idx="10"/>
          </p:nvPr>
        </p:nvSpPr>
        <p:spPr/>
        <p:txBody>
          <a:bodyPr rtlCol="0"/>
          <a:lstStyle/>
          <a:p>
            <a:pPr rtl="0"/>
            <a:r>
              <a:rPr lang="en-US"/>
              <a:t>24/11/2025</a:t>
            </a:r>
          </a:p>
        </p:txBody>
      </p:sp>
      <p:sp>
        <p:nvSpPr>
          <p:cNvPr id="4" name="Marcador de pie de página 3">
            <a:extLst>
              <a:ext uri="{FF2B5EF4-FFF2-40B4-BE49-F238E27FC236}">
                <a16:creationId xmlns:a16="http://schemas.microsoft.com/office/drawing/2014/main" id="{006C9F8B-DAAC-4FD9-5257-842E1B079B6D}"/>
              </a:ext>
            </a:extLst>
          </p:cNvPr>
          <p:cNvSpPr>
            <a:spLocks noGrp="1"/>
          </p:cNvSpPr>
          <p:nvPr>
            <p:ph type="ftr" sz="quarter" idx="11"/>
          </p:nvPr>
        </p:nvSpPr>
        <p:spPr/>
        <p:txBody>
          <a:bodyPr rtlCol="0"/>
          <a:lstStyle/>
          <a:p>
            <a:pPr rtl="0"/>
            <a:r>
              <a:rPr lang="es"/>
              <a:t>Texto de pie de página de muestra</a:t>
            </a:r>
          </a:p>
        </p:txBody>
      </p:sp>
      <p:sp>
        <p:nvSpPr>
          <p:cNvPr id="8" name="Marcador de número de diapositiva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3292518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Encabezado de sección 2">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Rectángulo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Rectángulo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rtlCol="0" anchor="b">
            <a:normAutofit/>
          </a:bodyPr>
          <a:lstStyle>
            <a:lvl1pPr>
              <a:defRPr sz="72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BFF27D51-28B8-B2E3-D66E-632D6F01E601}"/>
              </a:ext>
            </a:extLst>
          </p:cNvPr>
          <p:cNvSpPr>
            <a:spLocks noGrp="1"/>
          </p:cNvSpPr>
          <p:nvPr>
            <p:ph type="dt" sz="half" idx="10"/>
          </p:nvPr>
        </p:nvSpPr>
        <p:spPr/>
        <p:txBody>
          <a:bodyPr rtlCol="0"/>
          <a:lstStyle/>
          <a:p>
            <a:pPr rtl="0"/>
            <a:r>
              <a:rPr lang="en-US"/>
              <a:t>24/11/2025</a:t>
            </a:r>
          </a:p>
        </p:txBody>
      </p:sp>
      <p:sp>
        <p:nvSpPr>
          <p:cNvPr id="4" name="Marcador de pie de página 3">
            <a:extLst>
              <a:ext uri="{FF2B5EF4-FFF2-40B4-BE49-F238E27FC236}">
                <a16:creationId xmlns:a16="http://schemas.microsoft.com/office/drawing/2014/main" id="{411DCFE3-286D-146F-718D-4D8F709FB8DE}"/>
              </a:ext>
            </a:extLst>
          </p:cNvPr>
          <p:cNvSpPr>
            <a:spLocks noGrp="1"/>
          </p:cNvSpPr>
          <p:nvPr>
            <p:ph type="ftr" sz="quarter" idx="11"/>
          </p:nvPr>
        </p:nvSpPr>
        <p:spPr/>
        <p:txBody>
          <a:bodyPr rtlCol="0"/>
          <a:lstStyle/>
          <a:p>
            <a:pPr rtl="0"/>
            <a:r>
              <a:rPr lang="es"/>
              <a:t>Texto de pie de página de muestra</a:t>
            </a:r>
          </a:p>
        </p:txBody>
      </p:sp>
      <p:sp>
        <p:nvSpPr>
          <p:cNvPr id="8" name="Marcador de número de diapositiva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1658643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sp>
        <p:nvSpPr>
          <p:cNvPr id="8" name="Título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rtlCol="0"/>
          <a:lstStyle>
            <a:lvl1pPr>
              <a:defRPr sz="5000"/>
            </a:lvl1pPr>
          </a:lstStyle>
          <a:p>
            <a:pPr rtl="0"/>
            <a:r>
              <a:rPr lang="es"/>
              <a:t>Haga clic para modificar el estilo de título del patrón</a:t>
            </a:r>
          </a:p>
        </p:txBody>
      </p:sp>
      <p:sp>
        <p:nvSpPr>
          <p:cNvPr id="13" name="Marcador de fecha 12">
            <a:extLst>
              <a:ext uri="{FF2B5EF4-FFF2-40B4-BE49-F238E27FC236}">
                <a16:creationId xmlns:a16="http://schemas.microsoft.com/office/drawing/2014/main" id="{E14FBD3E-3A09-5EF4-6941-FFF3E03D5396}"/>
              </a:ext>
            </a:extLst>
          </p:cNvPr>
          <p:cNvSpPr>
            <a:spLocks noGrp="1"/>
          </p:cNvSpPr>
          <p:nvPr>
            <p:ph type="dt" sz="half" idx="14"/>
          </p:nvPr>
        </p:nvSpPr>
        <p:spPr/>
        <p:txBody>
          <a:bodyPr rtlCol="0"/>
          <a:lstStyle/>
          <a:p>
            <a:pPr rtl="0"/>
            <a:r>
              <a:rPr lang="en-US"/>
              <a:t>24/11/2025</a:t>
            </a:r>
          </a:p>
        </p:txBody>
      </p:sp>
      <p:sp>
        <p:nvSpPr>
          <p:cNvPr id="14" name="Marcador de pie de página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rtlCol="0"/>
          <a:lstStyle/>
          <a:p>
            <a:pPr rtl="0"/>
            <a:r>
              <a:rPr lang="es"/>
              <a:t>Texto de pie de página de muestra</a:t>
            </a:r>
          </a:p>
        </p:txBody>
      </p:sp>
      <p:sp>
        <p:nvSpPr>
          <p:cNvPr id="15" name="Marcador de número de diapositiva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12" name="Conector recto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504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ctángulo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5" name="Título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rtlCol="0" anchor="t"/>
          <a:lstStyle>
            <a:lvl1pPr>
              <a:defRPr sz="5000"/>
            </a:lvl1pPr>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rtlCol="0"/>
          <a:lstStyle/>
          <a:p>
            <a:pPr rtl="0"/>
            <a:r>
              <a:rPr lang="en-US"/>
              <a:t>24/11/2025</a:t>
            </a:r>
          </a:p>
        </p:txBody>
      </p:sp>
      <p:sp>
        <p:nvSpPr>
          <p:cNvPr id="8" name="Marcador de pie de página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rtlCol="0"/>
          <a:lstStyle>
            <a:lvl1pPr>
              <a:defRPr>
                <a:solidFill>
                  <a:schemeClr val="tx1"/>
                </a:solidFill>
              </a:defRPr>
            </a:lvl1pPr>
          </a:lstStyle>
          <a:p>
            <a:pPr rtl="0"/>
            <a:r>
              <a:rPr lang="es"/>
              <a:t>Texto de pie de página de muestra</a:t>
            </a:r>
          </a:p>
        </p:txBody>
      </p:sp>
      <p:sp>
        <p:nvSpPr>
          <p:cNvPr id="9" name="Marcador de número de diapositiva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636645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con imagen">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3" name="Rectángulo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Título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rtlCol="0"/>
          <a:lstStyle>
            <a:lvl1pPr>
              <a:defRPr sz="5000"/>
            </a:lvl1pPr>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rtlCol="0"/>
          <a:lstStyle>
            <a:lvl1pPr>
              <a:defRPr>
                <a:solidFill>
                  <a:schemeClr val="tx1"/>
                </a:solidFill>
              </a:defRPr>
            </a:lvl1pPr>
          </a:lstStyle>
          <a:p>
            <a:pPr rtl="0"/>
            <a:r>
              <a:rPr lang="en-US"/>
              <a:t>24/11/2025</a:t>
            </a:r>
          </a:p>
        </p:txBody>
      </p:sp>
      <p:sp>
        <p:nvSpPr>
          <p:cNvPr id="8" name="Marcador de pie de página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rtlCol="0"/>
          <a:lstStyle>
            <a:lvl1pPr>
              <a:defRPr>
                <a:solidFill>
                  <a:schemeClr val="tx1"/>
                </a:solidFill>
              </a:defRPr>
            </a:lvl1pPr>
          </a:lstStyle>
          <a:p>
            <a:pPr rtl="0"/>
            <a:r>
              <a:rPr lang="es"/>
              <a:t>Texto de pie de página de muestra</a:t>
            </a:r>
          </a:p>
        </p:txBody>
      </p:sp>
      <p:sp>
        <p:nvSpPr>
          <p:cNvPr id="9" name="Marcador de número de diapositiva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5" name="Marcador de posición de imagen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rtlCol="0"/>
          <a:lstStyle>
            <a:lvl1pPr>
              <a:defRPr/>
            </a:lvl1pPr>
          </a:lstStyle>
          <a:p>
            <a:pPr rtl="0"/>
            <a:r>
              <a:rPr lang="es"/>
              <a:t>   </a:t>
            </a:r>
          </a:p>
        </p:txBody>
      </p:sp>
    </p:spTree>
    <p:extLst>
      <p:ext uri="{BB962C8B-B14F-4D97-AF65-F5344CB8AC3E}">
        <p14:creationId xmlns:p14="http://schemas.microsoft.com/office/powerpoint/2010/main" val="3219951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ido 2">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6" name="Rectángulo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rtlCol="0" anchor="b">
            <a:normAutofit/>
          </a:bodyPr>
          <a:lstStyle>
            <a:lvl1pPr>
              <a:defRPr sz="44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3163533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ido 3">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13" name="Marcador de fecha 12">
            <a:extLst>
              <a:ext uri="{FF2B5EF4-FFF2-40B4-BE49-F238E27FC236}">
                <a16:creationId xmlns:a16="http://schemas.microsoft.com/office/drawing/2014/main" id="{36A82C16-EB1A-4294-103B-715F071E5A35}"/>
              </a:ext>
            </a:extLst>
          </p:cNvPr>
          <p:cNvSpPr>
            <a:spLocks noGrp="1"/>
          </p:cNvSpPr>
          <p:nvPr>
            <p:ph type="dt" sz="half" idx="14"/>
          </p:nvPr>
        </p:nvSpPr>
        <p:spPr/>
        <p:txBody>
          <a:bodyPr rtlCol="0"/>
          <a:lstStyle/>
          <a:p>
            <a:pPr rtl="0"/>
            <a:r>
              <a:rPr lang="en-US"/>
              <a:t>24/11/2025</a:t>
            </a:r>
          </a:p>
        </p:txBody>
      </p:sp>
      <p:sp>
        <p:nvSpPr>
          <p:cNvPr id="14" name="Marcador de pie de página 13">
            <a:extLst>
              <a:ext uri="{FF2B5EF4-FFF2-40B4-BE49-F238E27FC236}">
                <a16:creationId xmlns:a16="http://schemas.microsoft.com/office/drawing/2014/main" id="{F09CF825-511F-35F8-E0EC-636033ED43EE}"/>
              </a:ext>
            </a:extLst>
          </p:cNvPr>
          <p:cNvSpPr>
            <a:spLocks noGrp="1"/>
          </p:cNvSpPr>
          <p:nvPr>
            <p:ph type="ftr" sz="quarter" idx="15"/>
          </p:nvPr>
        </p:nvSpPr>
        <p:spPr/>
        <p:txBody>
          <a:bodyPr rtlCol="0"/>
          <a:lstStyle/>
          <a:p>
            <a:pPr rtl="0"/>
            <a:r>
              <a:rPr lang="es"/>
              <a:t>Ejemplo de Texto de pie de página</a:t>
            </a:r>
          </a:p>
        </p:txBody>
      </p:sp>
      <p:sp>
        <p:nvSpPr>
          <p:cNvPr id="15" name="Marcador de número de diapositiva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886222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ido 4">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9" name="Rectángulo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p>
        </p:txBody>
      </p:sp>
      <p:cxnSp>
        <p:nvCxnSpPr>
          <p:cNvPr id="11" name="Conector recto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rtlCol="0" anchor="b">
            <a:normAutofit/>
          </a:bodyPr>
          <a:lstStyle>
            <a:lvl1pPr>
              <a:defRPr sz="4800" b="0">
                <a:solidFill>
                  <a:schemeClr val="tx1"/>
                </a:solidFill>
              </a:defRPr>
            </a:lvl1p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2BF3AD86-30C4-61DF-3300-53A4A4BB6D4D}"/>
              </a:ext>
            </a:extLst>
          </p:cNvPr>
          <p:cNvSpPr>
            <a:spLocks noGrp="1"/>
          </p:cNvSpPr>
          <p:nvPr>
            <p:ph type="dt" sz="half" idx="14"/>
          </p:nvPr>
        </p:nvSpPr>
        <p:spPr/>
        <p:txBody>
          <a:bodyPr rtlCol="0"/>
          <a:lstStyle/>
          <a:p>
            <a:pPr rtl="0"/>
            <a:r>
              <a:rPr lang="en-US"/>
              <a:t>24/11/2025</a:t>
            </a:r>
          </a:p>
        </p:txBody>
      </p:sp>
      <p:sp>
        <p:nvSpPr>
          <p:cNvPr id="5" name="Marcador de pie de página 4">
            <a:extLst>
              <a:ext uri="{FF2B5EF4-FFF2-40B4-BE49-F238E27FC236}">
                <a16:creationId xmlns:a16="http://schemas.microsoft.com/office/drawing/2014/main" id="{B40ED380-F3FA-F88A-4719-014588A2E13B}"/>
              </a:ext>
            </a:extLst>
          </p:cNvPr>
          <p:cNvSpPr>
            <a:spLocks noGrp="1"/>
          </p:cNvSpPr>
          <p:nvPr>
            <p:ph type="ftr" sz="quarter" idx="15"/>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7542147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i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rtlCol="0" anchor="b">
            <a:normAutofit/>
          </a:bodyPr>
          <a:lstStyle>
            <a:lvl1pPr>
              <a:defRPr sz="4400">
                <a:solidFill>
                  <a:schemeClr val="tx1"/>
                </a:solidFill>
              </a:defRPr>
            </a:lvl1p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73F7B4F8-3C61-0936-7251-8633EE5F2C1B}"/>
              </a:ext>
            </a:extLst>
          </p:cNvPr>
          <p:cNvSpPr>
            <a:spLocks noGrp="1"/>
          </p:cNvSpPr>
          <p:nvPr>
            <p:ph type="dt" sz="half" idx="14"/>
          </p:nvPr>
        </p:nvSpPr>
        <p:spPr/>
        <p:txBody>
          <a:bodyPr rtlCol="0"/>
          <a:lstStyle/>
          <a:p>
            <a:pPr rtl="0"/>
            <a:r>
              <a:rPr lang="en-US"/>
              <a:t>24/11/2025</a:t>
            </a:r>
          </a:p>
        </p:txBody>
      </p:sp>
      <p:sp>
        <p:nvSpPr>
          <p:cNvPr id="5" name="Marcador de pie de página 4">
            <a:extLst>
              <a:ext uri="{FF2B5EF4-FFF2-40B4-BE49-F238E27FC236}">
                <a16:creationId xmlns:a16="http://schemas.microsoft.com/office/drawing/2014/main" id="{26DA624A-E1F8-4C9A-205B-0A6EA83A187B}"/>
              </a:ext>
            </a:extLst>
          </p:cNvPr>
          <p:cNvSpPr>
            <a:spLocks noGrp="1"/>
          </p:cNvSpPr>
          <p:nvPr>
            <p:ph type="ftr" sz="quarter" idx="15"/>
          </p:nvPr>
        </p:nvSpPr>
        <p:spPr/>
        <p:txBody>
          <a:bodyPr rtlCol="0"/>
          <a:lstStyle/>
          <a:p>
            <a:pPr rtl="0"/>
            <a:r>
              <a:rPr lang="es"/>
              <a:t>Texto de pie de página de muestra</a:t>
            </a:r>
          </a:p>
        </p:txBody>
      </p:sp>
      <p:sp>
        <p:nvSpPr>
          <p:cNvPr id="11" name="Marcador de número de diapositiva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Rectángulo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0" name="Rectángulo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Tree>
    <p:extLst>
      <p:ext uri="{BB962C8B-B14F-4D97-AF65-F5344CB8AC3E}">
        <p14:creationId xmlns:p14="http://schemas.microsoft.com/office/powerpoint/2010/main" val="2322122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ido 6">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ctángulo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rtl="0"/>
            <a:r>
              <a:rPr lang="es"/>
              <a:t>Haga clic para modificar el estilo de título del patrón</a:t>
            </a:r>
          </a:p>
        </p:txBody>
      </p:sp>
      <p:sp>
        <p:nvSpPr>
          <p:cNvPr id="3" name="Marcador de fecha 2">
            <a:extLst>
              <a:ext uri="{FF2B5EF4-FFF2-40B4-BE49-F238E27FC236}">
                <a16:creationId xmlns:a16="http://schemas.microsoft.com/office/drawing/2014/main" id="{11C4CAAF-9048-5116-D3C8-15E595C3BC25}"/>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rtlCol="0"/>
          <a:lstStyle/>
          <a:p>
            <a:pPr rtl="0"/>
            <a:r>
              <a:rPr lang="es"/>
              <a:t>Texto de pie de página de muestra</a:t>
            </a:r>
          </a:p>
        </p:txBody>
      </p:sp>
      <p:sp>
        <p:nvSpPr>
          <p:cNvPr id="9" name="Marcador de número de diapositiva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4381758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i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0145842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ido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rtlCol="0" anchor="b">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Rectángulo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Rectángulo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0048938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ido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8384547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ido con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rtlCol="0" anchor="b"/>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rtlCol="0"/>
          <a:lstStyle/>
          <a:p>
            <a:pPr rtl="0"/>
            <a:r>
              <a:rPr lang="en-US"/>
              <a:t>24/11/2025</a:t>
            </a:r>
          </a:p>
        </p:txBody>
      </p:sp>
      <p:sp>
        <p:nvSpPr>
          <p:cNvPr id="4" name="Marcador de pie de página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osición de imagen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rtlCol="0"/>
          <a:lstStyle>
            <a:lvl1pPr>
              <a:defRPr/>
            </a:lvl1pPr>
          </a:lstStyle>
          <a:p>
            <a:pPr rtl="0"/>
            <a:r>
              <a:rPr lang="es"/>
              <a:t>   </a:t>
            </a:r>
          </a:p>
        </p:txBody>
      </p:sp>
      <p:cxnSp>
        <p:nvCxnSpPr>
          <p:cNvPr id="5" name="Conector recto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7048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ido con image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rtlCol="0" anchor="b"/>
          <a:lstStyle/>
          <a:p>
            <a:pPr rtl="0"/>
            <a:r>
              <a:rPr lang="es"/>
              <a:t>Haga clic para modificar el estilo de título del patrón</a:t>
            </a:r>
          </a:p>
        </p:txBody>
      </p:sp>
      <p:sp>
        <p:nvSpPr>
          <p:cNvPr id="12" name="Marcador de posición de imagen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rtlCol="0"/>
          <a:lstStyle>
            <a:lvl1pPr>
              <a:defRPr/>
            </a:lvl1pPr>
          </a:lstStyle>
          <a:p>
            <a:pPr rtl="0"/>
            <a:r>
              <a:rPr lang="es"/>
              <a:t>   </a:t>
            </a:r>
          </a:p>
        </p:txBody>
      </p:sp>
      <p:sp>
        <p:nvSpPr>
          <p:cNvPr id="4" name="Marcador de fecha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rtlCol="0"/>
          <a:lstStyle/>
          <a:p>
            <a:pPr rtl="0"/>
            <a:r>
              <a:rPr lang="en-US"/>
              <a:t>24/11/2025</a:t>
            </a:r>
          </a:p>
        </p:txBody>
      </p:sp>
      <p:sp>
        <p:nvSpPr>
          <p:cNvPr id="11" name="Marcador de pie de página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rtlCol="0"/>
          <a:lstStyle/>
          <a:p>
            <a:pPr rtl="0"/>
            <a:r>
              <a:rPr lang="es"/>
              <a:t>Ejemplo de Texto de pie de página</a:t>
            </a:r>
          </a:p>
        </p:txBody>
      </p:sp>
      <p:sp>
        <p:nvSpPr>
          <p:cNvPr id="13" name="Marcador de número de diapositiva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5" name="Conector recto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27208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ido con image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rtlCol="0" anchor="t">
            <a:normAutofit/>
          </a:bodyPr>
          <a:lstStyle>
            <a:lvl1pPr>
              <a:defRPr sz="2800"/>
            </a:lvl1pPr>
          </a:lstStyle>
          <a:p>
            <a:pPr rtl="0"/>
            <a:r>
              <a:rPr lang="es"/>
              <a:t>Haga clic para modificar el estilo de título del patrón</a:t>
            </a:r>
          </a:p>
        </p:txBody>
      </p:sp>
      <p:sp>
        <p:nvSpPr>
          <p:cNvPr id="4" name="Marcador de posición de imagen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rtlCol="0"/>
          <a:lstStyle/>
          <a:p>
            <a:pPr rtl="0"/>
            <a:r>
              <a:rPr lang="en-US"/>
              <a:t>24/11/2025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rtlCol="0"/>
          <a:lstStyle/>
          <a:p>
            <a:pPr rtl="0"/>
            <a:fld id="{5E0677F5-4A8A-4BF1-96BE-3BAE8FBAFE2E}" type="slidenum">
              <a:rPr lang="en-US" smtClean="0"/>
              <a:t>‹Nº›</a:t>
            </a:fld>
            <a:endParaRPr lang="en-US"/>
          </a:p>
        </p:txBody>
      </p:sp>
      <p:cxnSp>
        <p:nvCxnSpPr>
          <p:cNvPr id="9" name="Conector recto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9100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ido con imagen 4">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rtlCol="0" anchor="b"/>
          <a:lstStyle/>
          <a:p>
            <a:pPr rtl="0"/>
            <a:r>
              <a:rPr lang="es"/>
              <a:t>Haga clic para modificar el estilo de título del patrón</a:t>
            </a:r>
          </a:p>
        </p:txBody>
      </p:sp>
      <p:sp>
        <p:nvSpPr>
          <p:cNvPr id="12" name="Marcador de posición de imagen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rtlCol="0"/>
          <a:lstStyle>
            <a:lvl1pPr>
              <a:defRPr/>
            </a:lvl1pPr>
          </a:lstStyle>
          <a:p>
            <a:pPr rtl="0"/>
            <a:r>
              <a:rPr lang="es"/>
              <a:t>   </a:t>
            </a:r>
          </a:p>
        </p:txBody>
      </p:sp>
      <p:sp>
        <p:nvSpPr>
          <p:cNvPr id="4" name="Marcador de fecha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rtlCol="0"/>
          <a:lstStyle/>
          <a:p>
            <a:pPr rtl="0"/>
            <a:r>
              <a:rPr lang="en-US"/>
              <a:t>24/11/2025</a:t>
            </a:r>
          </a:p>
        </p:txBody>
      </p:sp>
      <p:sp>
        <p:nvSpPr>
          <p:cNvPr id="11" name="Marcador de pie de página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rtlCol="0"/>
          <a:lstStyle/>
          <a:p>
            <a:pPr rtl="0"/>
            <a:r>
              <a:rPr lang="es"/>
              <a:t>Ejemplo de Texto de pie de página</a:t>
            </a:r>
          </a:p>
        </p:txBody>
      </p:sp>
      <p:sp>
        <p:nvSpPr>
          <p:cNvPr id="13" name="Marcador de número de diapositiva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5" name="Conector recto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759536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ido con imagen 5">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rtlCol="0" anchor="b"/>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rtlCol="0"/>
          <a:lstStyle/>
          <a:p>
            <a:pPr rtl="0"/>
            <a:r>
              <a:rPr lang="en-US"/>
              <a:t>24/11/2025</a:t>
            </a:r>
          </a:p>
        </p:txBody>
      </p:sp>
      <p:sp>
        <p:nvSpPr>
          <p:cNvPr id="11" name="Marcador de pie de página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rtlCol="0"/>
          <a:lstStyle/>
          <a:p>
            <a:pPr rtl="0"/>
            <a:r>
              <a:rPr lang="es"/>
              <a:t>Texto de pie de página de muestra</a:t>
            </a:r>
          </a:p>
        </p:txBody>
      </p:sp>
      <p:sp>
        <p:nvSpPr>
          <p:cNvPr id="13" name="Marcador de número de diapositiva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2" name="Marcador de posición de imagen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rtlCol="0"/>
          <a:lstStyle>
            <a:lvl1pPr>
              <a:defRPr/>
            </a:lvl1pPr>
          </a:lstStyle>
          <a:p>
            <a:pPr rtl="0"/>
            <a:r>
              <a:rPr lang="es"/>
              <a:t>   </a:t>
            </a:r>
          </a:p>
        </p:txBody>
      </p:sp>
      <p:cxnSp>
        <p:nvCxnSpPr>
          <p:cNvPr id="5" name="Conector recto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2333204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ido con imagen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rtlCol="0" anchor="t">
            <a:normAutofit/>
          </a:bodyPr>
          <a:lstStyle>
            <a:lvl1pPr>
              <a:defRPr sz="2800"/>
            </a:lvl1pPr>
          </a:lstStyle>
          <a:p>
            <a:pPr rtl="0"/>
            <a:r>
              <a:rPr lang="es"/>
              <a:t>Haga clic para modificar el estilo de título del patrón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24/11/2025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osición de imagen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rtlCol="0"/>
          <a:lstStyle>
            <a:lvl1pPr>
              <a:defRPr/>
            </a:lvl1pPr>
          </a:lstStyle>
          <a:p>
            <a:pPr rtl="0"/>
            <a:r>
              <a:rPr lang="es"/>
              <a:t>   </a:t>
            </a:r>
          </a:p>
        </p:txBody>
      </p:sp>
    </p:spTree>
    <p:extLst>
      <p:ext uri="{BB962C8B-B14F-4D97-AF65-F5344CB8AC3E}">
        <p14:creationId xmlns:p14="http://schemas.microsoft.com/office/powerpoint/2010/main" val="2469456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ido con imagen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rtlCol="0" anchor="t">
            <a:normAutofit/>
          </a:bodyPr>
          <a:lstStyle>
            <a:lvl1pPr>
              <a:defRPr sz="2800"/>
            </a:lvl1pPr>
          </a:lstStyle>
          <a:p>
            <a:pPr rtl="0"/>
            <a:r>
              <a:rPr lang="es"/>
              <a:t>Haga clic para modificar el estilo de título del patrón</a:t>
            </a:r>
          </a:p>
        </p:txBody>
      </p:sp>
      <p:sp>
        <p:nvSpPr>
          <p:cNvPr id="4" name="Marcador de posición de imagen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rtlCol="0"/>
          <a:lstStyle/>
          <a:p>
            <a:pPr rtl="0"/>
            <a:r>
              <a:rPr lang="en-US"/>
              <a:t>24/11/2025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rtlCol="0"/>
          <a:lstStyle/>
          <a:p>
            <a:pPr rtl="0"/>
            <a:fld id="{5E0677F5-4A8A-4BF1-96BE-3BAE8FBAFE2E}" type="slidenum">
              <a:rPr lang="en-US" smtClean="0"/>
              <a:t>‹Nº›</a:t>
            </a:fld>
            <a:endParaRPr lang="en-US"/>
          </a:p>
        </p:txBody>
      </p:sp>
      <p:cxnSp>
        <p:nvCxnSpPr>
          <p:cNvPr id="9" name="Conector recto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60555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ido con imagen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FB8772B0-B493-B608-E389-35329DEF2016}"/>
              </a:ext>
            </a:extLst>
          </p:cNvPr>
          <p:cNvSpPr>
            <a:spLocks noGrp="1"/>
          </p:cNvSpPr>
          <p:nvPr>
            <p:ph type="dt" sz="half" idx="16"/>
          </p:nvPr>
        </p:nvSpPr>
        <p:spPr/>
        <p:txBody>
          <a:bodyPr rtlCol="0"/>
          <a:lstStyle/>
          <a:p>
            <a:pPr rtl="0"/>
            <a:r>
              <a:rPr lang="en-US"/>
              <a:t>24/11/2025</a:t>
            </a:r>
          </a:p>
        </p:txBody>
      </p:sp>
      <p:sp>
        <p:nvSpPr>
          <p:cNvPr id="12" name="Marcador de pie de página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rtlCol="0"/>
          <a:lstStyle/>
          <a:p>
            <a:pPr rtl="0"/>
            <a:r>
              <a:rPr lang="es"/>
              <a:t>Muestra de texto de pie de página</a:t>
            </a:r>
          </a:p>
        </p:txBody>
      </p:sp>
      <p:sp>
        <p:nvSpPr>
          <p:cNvPr id="13" name="Marcador de número de diapositiva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osición de imagen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rtlCol="0"/>
          <a:lstStyle>
            <a:lvl1pPr>
              <a:defRPr/>
            </a:lvl1pPr>
          </a:lstStyle>
          <a:p>
            <a:pPr rtl="0"/>
            <a:r>
              <a:rPr lang="es"/>
              <a:t>   </a:t>
            </a:r>
          </a:p>
        </p:txBody>
      </p:sp>
      <p:sp>
        <p:nvSpPr>
          <p:cNvPr id="5" name="Rectángulo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ctángulo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7" name="Conector recto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22657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ido con imagen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rtlCol="0" anchor="b"/>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rtlCol="0"/>
          <a:lstStyle/>
          <a:p>
            <a:pPr rtl="0"/>
            <a:r>
              <a:rPr lang="en-US"/>
              <a:t>24/11/2025</a:t>
            </a:r>
          </a:p>
        </p:txBody>
      </p:sp>
      <p:sp>
        <p:nvSpPr>
          <p:cNvPr id="4" name="Marcador de pie de página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osición de imagen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rtlCol="0"/>
          <a:lstStyle>
            <a:lvl1pPr>
              <a:defRPr/>
            </a:lvl1pPr>
          </a:lstStyle>
          <a:p>
            <a:pPr rtl="0"/>
            <a:r>
              <a:rPr lang="es"/>
              <a:t>    </a:t>
            </a:r>
          </a:p>
        </p:txBody>
      </p:sp>
      <p:sp>
        <p:nvSpPr>
          <p:cNvPr id="6" name="Rectángulo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11" name="Conector recto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3732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ido con imagen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rtlCol="0"/>
          <a:lstStyle>
            <a:lvl1pPr>
              <a:defRPr/>
            </a:lvl1pPr>
          </a:lstStyle>
          <a:p>
            <a:pPr rtl="0"/>
            <a:r>
              <a:rPr lang="es"/>
              <a:t>   </a:t>
            </a:r>
          </a:p>
        </p:txBody>
      </p:sp>
      <p:sp>
        <p:nvSpPr>
          <p:cNvPr id="3" name="Marcador de fecha 2">
            <a:extLst>
              <a:ext uri="{FF2B5EF4-FFF2-40B4-BE49-F238E27FC236}">
                <a16:creationId xmlns:a16="http://schemas.microsoft.com/office/drawing/2014/main" id="{8C8F33F2-F4BB-B275-F273-C808EF0E4C3F}"/>
              </a:ext>
            </a:extLst>
          </p:cNvPr>
          <p:cNvSpPr>
            <a:spLocks noGrp="1"/>
          </p:cNvSpPr>
          <p:nvPr>
            <p:ph type="dt" sz="half" idx="16"/>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rtlCol="0"/>
          <a:lstStyle/>
          <a:p>
            <a:pPr rtl="0"/>
            <a:fld id="{5E0677F5-4A8A-4BF1-96BE-3BAE8FBAFE2E}" type="slidenum">
              <a:rPr lang="en-US" smtClean="0"/>
              <a:pPr rtl="0"/>
              <a:t>‹Nº›</a:t>
            </a:fld>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5" name="Conector recto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74669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ido con imagen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FB8772B0-B493-B608-E389-35329DEF2016}"/>
              </a:ext>
            </a:extLst>
          </p:cNvPr>
          <p:cNvSpPr>
            <a:spLocks noGrp="1"/>
          </p:cNvSpPr>
          <p:nvPr>
            <p:ph type="dt" sz="half" idx="16"/>
          </p:nvPr>
        </p:nvSpPr>
        <p:spPr/>
        <p:txBody>
          <a:bodyPr rtlCol="0"/>
          <a:lstStyle/>
          <a:p>
            <a:pPr rtl="0"/>
            <a:r>
              <a:rPr lang="en-US"/>
              <a:t>24/11/2025</a:t>
            </a:r>
          </a:p>
        </p:txBody>
      </p:sp>
      <p:sp>
        <p:nvSpPr>
          <p:cNvPr id="12" name="Marcador de pie de página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rtlCol="0"/>
          <a:lstStyle/>
          <a:p>
            <a:pPr rtl="0"/>
            <a:r>
              <a:rPr lang="es"/>
              <a:t>Muestra de texto de pie de página</a:t>
            </a:r>
          </a:p>
        </p:txBody>
      </p:sp>
      <p:sp>
        <p:nvSpPr>
          <p:cNvPr id="13" name="Marcador de número de diapositiva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osición de imagen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rtlCol="0"/>
          <a:lstStyle>
            <a:lvl1pPr>
              <a:defRPr/>
            </a:lvl1pPr>
          </a:lstStyle>
          <a:p>
            <a:pPr rtl="0"/>
            <a:r>
              <a:rPr lang="es"/>
              <a:t>   </a:t>
            </a:r>
          </a:p>
        </p:txBody>
      </p:sp>
      <p:cxnSp>
        <p:nvCxnSpPr>
          <p:cNvPr id="7" name="Conector recto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517552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ido con imagen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rtlCol="0" anchor="t">
            <a:normAutofit/>
          </a:bodyPr>
          <a:lstStyle>
            <a:lvl1pPr>
              <a:defRPr sz="2800"/>
            </a:lvl1pPr>
          </a:lstStyle>
          <a:p>
            <a:pPr rtl="0"/>
            <a:r>
              <a:rPr lang="es"/>
              <a:t>Haga clic para modificar el estilo de título del patrón</a:t>
            </a:r>
          </a:p>
        </p:txBody>
      </p:sp>
      <p:sp>
        <p:nvSpPr>
          <p:cNvPr id="4" name="Marcador de posición de imagen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rtlCol="0">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3" name="Marcador de fecha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rtlCol="0"/>
          <a:lstStyle/>
          <a:p>
            <a:pPr rtl="0"/>
            <a:r>
              <a:rPr lang="en-US"/>
              <a:t>24/11/2025</a:t>
            </a:r>
          </a:p>
        </p:txBody>
      </p:sp>
      <p:sp>
        <p:nvSpPr>
          <p:cNvPr id="14" name="Marcador de pie de página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rtlCol="0"/>
          <a:lstStyle/>
          <a:p>
            <a:pPr rtl="0"/>
            <a:r>
              <a:rPr lang="es"/>
              <a:t>Ejemplo de Texto de pie de página</a:t>
            </a:r>
          </a:p>
        </p:txBody>
      </p:sp>
      <p:sp>
        <p:nvSpPr>
          <p:cNvPr id="15" name="Marcador de número de diapositiva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rtlCol="0"/>
          <a:lstStyle/>
          <a:p>
            <a:pPr rtl="0"/>
            <a:fld id="{5E0677F5-4A8A-4BF1-96BE-3BAE8FBAFE2E}" type="slidenum">
              <a:rPr lang="en-US" smtClean="0"/>
              <a:t>‹Nº›</a:t>
            </a:fld>
            <a:endParaRPr lang="en-US"/>
          </a:p>
        </p:txBody>
      </p:sp>
      <p:cxnSp>
        <p:nvCxnSpPr>
          <p:cNvPr id="3" name="Conector recto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39909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ido con imagen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rtlCol="0"/>
          <a:lstStyle/>
          <a:p>
            <a:pPr rtl="0"/>
            <a:r>
              <a:rPr lang="en-US"/>
              <a:t>24/11/2025</a:t>
            </a:r>
          </a:p>
        </p:txBody>
      </p:sp>
      <p:sp>
        <p:nvSpPr>
          <p:cNvPr id="5" name="Marcador de pie de página 4">
            <a:extLst>
              <a:ext uri="{FF2B5EF4-FFF2-40B4-BE49-F238E27FC236}">
                <a16:creationId xmlns:a16="http://schemas.microsoft.com/office/drawing/2014/main" id="{EC0BF832-23A2-A613-62C4-CB5A46DFFDAE}"/>
              </a:ext>
            </a:extLst>
          </p:cNvPr>
          <p:cNvSpPr>
            <a:spLocks noGrp="1"/>
          </p:cNvSpPr>
          <p:nvPr>
            <p:ph type="ftr" sz="quarter" idx="17"/>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rtlCol="0"/>
          <a:lstStyle/>
          <a:p>
            <a:pPr rtl="0"/>
            <a:fld id="{5E0677F5-4A8A-4BF1-96BE-3BAE8FBAFE2E}" type="slidenum">
              <a:rPr lang="en-US" smtClean="0"/>
              <a:pPr rtl="0"/>
              <a:t>‹Nº›</a:t>
            </a:fld>
            <a:endParaRPr lang="en-US"/>
          </a:p>
        </p:txBody>
      </p:sp>
      <p:sp>
        <p:nvSpPr>
          <p:cNvPr id="10" name="Marcador de posición de imagen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Rectángulo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ctángulo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942869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ido con imagen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rtlCol="0" anchor="b"/>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rtlCol="0"/>
          <a:lstStyle/>
          <a:p>
            <a:pPr rtl="0"/>
            <a:r>
              <a:rPr lang="en-US"/>
              <a:t>24/11/2025</a:t>
            </a:r>
          </a:p>
        </p:txBody>
      </p:sp>
      <p:sp>
        <p:nvSpPr>
          <p:cNvPr id="4" name="Marcador de pie de página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osición de imagen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rtlCol="0"/>
          <a:lstStyle>
            <a:lvl1pPr>
              <a:defRPr/>
            </a:lvl1pPr>
          </a:lstStyle>
          <a:p>
            <a:pPr rtl="0"/>
            <a:r>
              <a:rPr lang="es"/>
              <a:t>   </a:t>
            </a:r>
          </a:p>
        </p:txBody>
      </p:sp>
      <p:cxnSp>
        <p:nvCxnSpPr>
          <p:cNvPr id="5" name="Conector recto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4138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ido con imagen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rtlCol="0"/>
          <a:lstStyle>
            <a:lvl1pPr>
              <a:defRPr/>
            </a:lvl1pPr>
          </a:lstStyle>
          <a:p>
            <a:pPr rtl="0"/>
            <a:r>
              <a:rPr lang="es"/>
              <a:t>   </a:t>
            </a:r>
          </a:p>
        </p:txBody>
      </p:sp>
      <p:sp>
        <p:nvSpPr>
          <p:cNvPr id="4" name="Marcador de fecha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rtlCol="0"/>
          <a:lstStyle/>
          <a:p>
            <a:pPr rtl="0"/>
            <a:r>
              <a:rPr lang="en-US"/>
              <a:t>24/11/2025</a:t>
            </a:r>
          </a:p>
        </p:txBody>
      </p:sp>
      <p:sp>
        <p:nvSpPr>
          <p:cNvPr id="5" name="Marcador de pie de página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rtlCol="0"/>
          <a:lstStyle/>
          <a:p>
            <a:pPr rtl="0"/>
            <a:fld id="{5E0677F5-4A8A-4BF1-96BE-3BAE8FBAFE2E}" type="slidenum">
              <a:rPr lang="en-US" smtClean="0"/>
              <a:t>‹Nº›</a:t>
            </a:fld>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7" name="Conector recto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7823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ido con imagen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1" name="Marcador de posición de imagen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rtlCol="0"/>
          <a:lstStyle>
            <a:lvl1pPr>
              <a:defRPr/>
            </a:lvl1pPr>
          </a:lstStyle>
          <a:p>
            <a:pPr rtl="0"/>
            <a:r>
              <a:rPr lang="es"/>
              <a:t>   </a:t>
            </a:r>
          </a:p>
        </p:txBody>
      </p:sp>
      <p:sp>
        <p:nvSpPr>
          <p:cNvPr id="10" name="Rectángulo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Rectángulo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12" name="Conector recto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3408085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ido con imagen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rtlCol="0" anchor="t">
            <a:normAutofit/>
          </a:bodyPr>
          <a:lstStyle>
            <a:lvl1pPr>
              <a:defRPr sz="28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45602332-ECCE-37C9-0CA1-1743D107C8E3}"/>
              </a:ext>
            </a:extLst>
          </p:cNvPr>
          <p:cNvSpPr>
            <a:spLocks noGrp="1"/>
          </p:cNvSpPr>
          <p:nvPr>
            <p:ph type="dt" sz="half" idx="14"/>
          </p:nvPr>
        </p:nvSpPr>
        <p:spPr/>
        <p:txBody>
          <a:bodyPr rtlCol="0"/>
          <a:lstStyle/>
          <a:p>
            <a:pPr rtl="0"/>
            <a:r>
              <a:rPr lang="en-US"/>
              <a:t>24/11/2025</a:t>
            </a:r>
          </a:p>
        </p:txBody>
      </p:sp>
      <p:sp>
        <p:nvSpPr>
          <p:cNvPr id="7" name="Marcador de pie de página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1" name="Marcador de posición de imagen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rtlCol="0"/>
          <a:lstStyle>
            <a:lvl1pPr>
              <a:defRPr/>
            </a:lvl1pPr>
          </a:lstStyle>
          <a:p>
            <a:pPr rtl="0"/>
            <a:r>
              <a:rPr lang="es"/>
              <a:t>   </a:t>
            </a:r>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2373420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úmero grande">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rtlCol="0" anchor="t"/>
          <a:lstStyle>
            <a:lvl1pPr>
              <a:lnSpc>
                <a:spcPct val="100000"/>
              </a:lnSpc>
              <a:defRPr sz="2000">
                <a:solidFill>
                  <a:schemeClr val="tx1"/>
                </a:solidFill>
                <a:latin typeface="+mn-lt"/>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86ADE8C0-7863-A0F4-9EFB-60B2F8DD221E}"/>
              </a:ext>
            </a:extLst>
          </p:cNvPr>
          <p:cNvSpPr>
            <a:spLocks noGrp="1"/>
          </p:cNvSpPr>
          <p:nvPr>
            <p:ph type="dt" sz="half" idx="14"/>
          </p:nvPr>
        </p:nvSpPr>
        <p:spPr/>
        <p:txBody>
          <a:bodyPr rtlCol="0"/>
          <a:lstStyle/>
          <a:p>
            <a:pPr rtl="0"/>
            <a:r>
              <a:rPr lang="en-US"/>
              <a:t>24/11/2025</a:t>
            </a:r>
          </a:p>
        </p:txBody>
      </p:sp>
      <p:sp>
        <p:nvSpPr>
          <p:cNvPr id="4" name="Marcador de pie de página 3">
            <a:extLst>
              <a:ext uri="{FF2B5EF4-FFF2-40B4-BE49-F238E27FC236}">
                <a16:creationId xmlns:a16="http://schemas.microsoft.com/office/drawing/2014/main" id="{0AE20381-0150-ABDF-3C66-3E77DA79EEC4}"/>
              </a:ext>
            </a:extLst>
          </p:cNvPr>
          <p:cNvSpPr>
            <a:spLocks noGrp="1"/>
          </p:cNvSpPr>
          <p:nvPr>
            <p:ph type="ftr" sz="quarter" idx="15"/>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Marcador de contenido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rtlCol="0"/>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rtl="0"/>
            <a:r>
              <a:rPr lang="es"/>
              <a:t>##%</a:t>
            </a:r>
          </a:p>
        </p:txBody>
      </p:sp>
      <p:cxnSp>
        <p:nvCxnSpPr>
          <p:cNvPr id="6" name="Conector recto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6490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úmero grande 2">
    <p:spTree>
      <p:nvGrpSpPr>
        <p:cNvPr id="1" name=""/>
        <p:cNvGrpSpPr/>
        <p:nvPr/>
      </p:nvGrpSpPr>
      <p:grpSpPr>
        <a:xfrm>
          <a:off x="0" y="0"/>
          <a:ext cx="0" cy="0"/>
          <a:chOff x="0" y="0"/>
          <a:chExt cx="0" cy="0"/>
        </a:xfrm>
      </p:grpSpPr>
      <p:sp>
        <p:nvSpPr>
          <p:cNvPr id="10" name="Título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rtlCol="0" anchor="t">
            <a:normAutofit/>
          </a:bodyPr>
          <a:lstStyle>
            <a:lvl1pPr>
              <a:lnSpc>
                <a:spcPct val="100000"/>
              </a:lnSpc>
              <a:defRPr sz="2000">
                <a:latin typeface="+mn-lt"/>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86ADE8C0-7863-A0F4-9EFB-60B2F8DD221E}"/>
              </a:ext>
            </a:extLst>
          </p:cNvPr>
          <p:cNvSpPr>
            <a:spLocks noGrp="1"/>
          </p:cNvSpPr>
          <p:nvPr>
            <p:ph type="dt" sz="half" idx="14"/>
          </p:nvPr>
        </p:nvSpPr>
        <p:spPr/>
        <p:txBody>
          <a:bodyPr rtlCol="0"/>
          <a:lstStyle/>
          <a:p>
            <a:pPr rtl="0"/>
            <a:r>
              <a:rPr lang="en-US"/>
              <a:t>24/11/2025</a:t>
            </a:r>
          </a:p>
        </p:txBody>
      </p:sp>
      <p:sp>
        <p:nvSpPr>
          <p:cNvPr id="4" name="Marcador de pie de página 3">
            <a:extLst>
              <a:ext uri="{FF2B5EF4-FFF2-40B4-BE49-F238E27FC236}">
                <a16:creationId xmlns:a16="http://schemas.microsoft.com/office/drawing/2014/main" id="{0AE20381-0150-ABDF-3C66-3E77DA79EEC4}"/>
              </a:ext>
            </a:extLst>
          </p:cNvPr>
          <p:cNvSpPr>
            <a:spLocks noGrp="1"/>
          </p:cNvSpPr>
          <p:nvPr>
            <p:ph type="ftr" sz="quarter" idx="15"/>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9" name="Marcador de contenido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rtlCol="0"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rtl="0"/>
            <a:r>
              <a:rPr lang="es"/>
              <a:t>##%</a:t>
            </a:r>
          </a:p>
        </p:txBody>
      </p:sp>
      <p:cxnSp>
        <p:nvCxnSpPr>
          <p:cNvPr id="8" name="Conector recto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3685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úmero grande 3">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8" name="Rectángulo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3" name="Rectángulo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5" name="Rectángulo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4" name="Conector recto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ítulo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rtlCol="0" anchor="t"/>
          <a:lstStyle>
            <a:lvl1pPr algn="r">
              <a:lnSpc>
                <a:spcPct val="120000"/>
              </a:lnSpc>
              <a:spcBef>
                <a:spcPts val="1000"/>
              </a:spcBef>
              <a:defRPr sz="2000">
                <a:latin typeface="+mn-lt"/>
              </a:defRPr>
            </a:lvl1pPr>
          </a:lstStyle>
          <a:p>
            <a:pPr rtl="0"/>
            <a:r>
              <a:rPr lang="es"/>
              <a:t>Haga clic para modificar el estilo de título del patrón</a:t>
            </a:r>
          </a:p>
        </p:txBody>
      </p:sp>
      <p:sp>
        <p:nvSpPr>
          <p:cNvPr id="14" name="Marcador de fecha 13">
            <a:extLst>
              <a:ext uri="{FF2B5EF4-FFF2-40B4-BE49-F238E27FC236}">
                <a16:creationId xmlns:a16="http://schemas.microsoft.com/office/drawing/2014/main" id="{459F1889-15CA-49B5-957D-AFEE32125C96}"/>
              </a:ext>
            </a:extLst>
          </p:cNvPr>
          <p:cNvSpPr>
            <a:spLocks noGrp="1"/>
          </p:cNvSpPr>
          <p:nvPr>
            <p:ph type="dt" sz="half" idx="14"/>
          </p:nvPr>
        </p:nvSpPr>
        <p:spPr/>
        <p:txBody>
          <a:bodyPr rtlCol="0"/>
          <a:lstStyle/>
          <a:p>
            <a:pPr rtl="0"/>
            <a:r>
              <a:rPr lang="en-US"/>
              <a:t>24/11/2025</a:t>
            </a:r>
          </a:p>
        </p:txBody>
      </p:sp>
      <p:sp>
        <p:nvSpPr>
          <p:cNvPr id="15" name="Marcador de pie de página 14">
            <a:extLst>
              <a:ext uri="{FF2B5EF4-FFF2-40B4-BE49-F238E27FC236}">
                <a16:creationId xmlns:a16="http://schemas.microsoft.com/office/drawing/2014/main" id="{08B8EC79-A8CC-7A55-D80D-9F557250E751}"/>
              </a:ext>
            </a:extLst>
          </p:cNvPr>
          <p:cNvSpPr>
            <a:spLocks noGrp="1"/>
          </p:cNvSpPr>
          <p:nvPr>
            <p:ph type="ftr" sz="quarter" idx="15"/>
          </p:nvPr>
        </p:nvSpPr>
        <p:spPr/>
        <p:txBody>
          <a:bodyPr rtlCol="0"/>
          <a:lstStyle/>
          <a:p>
            <a:pPr rtl="0"/>
            <a:r>
              <a:rPr lang="es"/>
              <a:t>Ejemplo de Texto de pie de página</a:t>
            </a:r>
          </a:p>
        </p:txBody>
      </p:sp>
      <p:sp>
        <p:nvSpPr>
          <p:cNvPr id="16" name="Marcador de número de diapositiva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8" name="Marcador de contenido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rtlCol="0" anchor="t"/>
          <a:lstStyle>
            <a:lvl1pPr>
              <a:lnSpc>
                <a:spcPct val="85000"/>
              </a:lnSpc>
              <a:defRPr sz="24400">
                <a:solidFill>
                  <a:schemeClr val="tx1"/>
                </a:solidFill>
                <a:latin typeface="+mj-lt"/>
              </a:defRPr>
            </a:lvl1pPr>
          </a:lstStyle>
          <a:p>
            <a:pPr lvl="0" rtl="0"/>
            <a:r>
              <a:rPr lang="es"/>
              <a:t>##%</a:t>
            </a:r>
          </a:p>
        </p:txBody>
      </p:sp>
    </p:spTree>
    <p:extLst>
      <p:ext uri="{BB962C8B-B14F-4D97-AF65-F5344CB8AC3E}">
        <p14:creationId xmlns:p14="http://schemas.microsoft.com/office/powerpoint/2010/main" val="8182195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úmero grande 4">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1" name="Rectángulo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8" name="Rectángulo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cxnSp>
        <p:nvCxnSpPr>
          <p:cNvPr id="4" name="Conector recto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ítulo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rtlCol="0" anchor="ctr"/>
          <a:lstStyle>
            <a:lvl1pPr algn="ctr">
              <a:lnSpc>
                <a:spcPct val="120000"/>
              </a:lnSpc>
              <a:spcBef>
                <a:spcPts val="1000"/>
              </a:spcBef>
              <a:defRPr sz="2000">
                <a:latin typeface="+mn-lt"/>
              </a:defRPr>
            </a:lvl1pPr>
          </a:lstStyle>
          <a:p>
            <a:pPr rtl="0"/>
            <a:r>
              <a:rPr lang="es"/>
              <a:t>Haga clic para modificar el estilo de título del patrón</a:t>
            </a:r>
          </a:p>
        </p:txBody>
      </p:sp>
      <p:sp>
        <p:nvSpPr>
          <p:cNvPr id="6" name="Marcador de contenido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rtlCol="0" anchor="b"/>
          <a:lstStyle>
            <a:lvl1pPr algn="ctr">
              <a:lnSpc>
                <a:spcPct val="85000"/>
              </a:lnSpc>
              <a:defRPr sz="25500">
                <a:solidFill>
                  <a:schemeClr val="tx1"/>
                </a:solidFill>
                <a:latin typeface="+mj-lt"/>
              </a:defRPr>
            </a:lvl1pPr>
          </a:lstStyle>
          <a:p>
            <a:pPr lvl="0" rtl="0"/>
            <a:r>
              <a:rPr lang="es"/>
              <a:t>##%</a:t>
            </a:r>
          </a:p>
        </p:txBody>
      </p:sp>
      <p:cxnSp>
        <p:nvCxnSpPr>
          <p:cNvPr id="14" name="Conector recto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Marcador de fecha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rtlCol="0"/>
          <a:lstStyle/>
          <a:p>
            <a:pPr rtl="0"/>
            <a:r>
              <a:rPr lang="en-US"/>
              <a:t>24/11/2025</a:t>
            </a:r>
          </a:p>
        </p:txBody>
      </p:sp>
      <p:sp>
        <p:nvSpPr>
          <p:cNvPr id="16" name="Marcador de pie de página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rtlCol="0"/>
          <a:lstStyle/>
          <a:p>
            <a:pPr rtl="0"/>
            <a:r>
              <a:rPr lang="es"/>
              <a:t>Ejemplo de Texto de pie de página</a:t>
            </a:r>
          </a:p>
        </p:txBody>
      </p:sp>
      <p:sp>
        <p:nvSpPr>
          <p:cNvPr id="17" name="Marcador de número de diapositiva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rtlCol="0"/>
          <a:lstStyle/>
          <a:p>
            <a:pPr rtl="0"/>
            <a:fld id="{5E0677F5-4A8A-4BF1-96BE-3BAE8FBAFE2E}" type="slidenum">
              <a:rPr lang="en-US" smtClean="0"/>
              <a:pPr rtl="0"/>
              <a:t>‹Nº›</a:t>
            </a:fld>
            <a:endParaRPr lang="en-US"/>
          </a:p>
        </p:txBody>
      </p:sp>
    </p:spTree>
    <p:extLst>
      <p:ext uri="{BB962C8B-B14F-4D97-AF65-F5344CB8AC3E}">
        <p14:creationId xmlns:p14="http://schemas.microsoft.com/office/powerpoint/2010/main" val="2044468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Afirmación">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ctángulo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Rectángulo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3" name="Rectángulo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Rectángulo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Marcador de contenido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rtlCol="0"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rtl="0"/>
            <a:r>
              <a:rPr lang="es"/>
              <a:t>Haga clic para agregar la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40571269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Afirmación 2">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ángulo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10" name="Rectángulo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ángulo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ángulo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ángulo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rtlCol="0"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3164680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Instrucción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10" name="Rectángulo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2" name="Rectángulo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11" name="Rectángulo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rtlCol="0"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19465783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Instrucción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rtlCol="0"/>
          <a:lstStyle/>
          <a:p>
            <a:pPr rtl="0"/>
            <a:r>
              <a:rPr lang="es"/>
              <a:t>Haga clic para modificar el estilo de título del patrón</a:t>
            </a:r>
          </a:p>
        </p:txBody>
      </p:sp>
      <p:sp>
        <p:nvSpPr>
          <p:cNvPr id="13" name="Rectángulo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ángulo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Marcador de fecha 5">
            <a:extLst>
              <a:ext uri="{FF2B5EF4-FFF2-40B4-BE49-F238E27FC236}">
                <a16:creationId xmlns:a16="http://schemas.microsoft.com/office/drawing/2014/main" id="{E9E12D21-0607-5120-F81C-6E1DA0652CFB}"/>
              </a:ext>
            </a:extLst>
          </p:cNvPr>
          <p:cNvSpPr>
            <a:spLocks noGrp="1"/>
          </p:cNvSpPr>
          <p:nvPr>
            <p:ph type="dt" sz="half" idx="14"/>
          </p:nvPr>
        </p:nvSpPr>
        <p:spPr/>
        <p:txBody>
          <a:bodyPr rtlCol="0"/>
          <a:lstStyle/>
          <a:p>
            <a:pPr rtl="0"/>
            <a:r>
              <a:rPr lang="en-US"/>
              <a:t>24/11/2025</a:t>
            </a:r>
          </a:p>
        </p:txBody>
      </p:sp>
      <p:sp>
        <p:nvSpPr>
          <p:cNvPr id="8" name="Marcador de pie de página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rtlCol="0"/>
          <a:lstStyle/>
          <a:p>
            <a:pPr rtl="0"/>
            <a:r>
              <a:rPr lang="es"/>
              <a:t>Texto de pie de página de muestra</a:t>
            </a:r>
          </a:p>
        </p:txBody>
      </p:sp>
      <p:sp>
        <p:nvSpPr>
          <p:cNvPr id="9" name="Marcador de número de diapositiva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3" name="Rectángulo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ángulo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Marcador de contenido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rtlCol="0"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rtl="0"/>
            <a:r>
              <a:rPr lang="es"/>
              <a:t>Haga clic para agregar la instrucción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8537853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ita">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8" name="Rectángulo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a:solidFill>
                <a:schemeClr val="tx1"/>
              </a:solidFill>
            </a:endParaRPr>
          </a:p>
        </p:txBody>
      </p:sp>
      <p:sp>
        <p:nvSpPr>
          <p:cNvPr id="9" name="Rectángulo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ángulo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rtlCol="0" anchor="ctr">
            <a:normAutofit/>
          </a:bodyPr>
          <a:lstStyle>
            <a:lvl1pPr marL="137160" indent="-137160">
              <a:lnSpc>
                <a:spcPct val="100000"/>
              </a:lnSpc>
              <a:defRPr sz="2000">
                <a:solidFill>
                  <a:schemeClr val="tx1"/>
                </a:solidFill>
              </a:defRPr>
            </a:lvl1pPr>
          </a:lstStyle>
          <a:p>
            <a:pPr rtl="0"/>
            <a:r>
              <a:rPr lang="es"/>
              <a:t>Autor de la cita</a:t>
            </a:r>
          </a:p>
        </p:txBody>
      </p:sp>
      <p:sp>
        <p:nvSpPr>
          <p:cNvPr id="3" name="Marcador de fech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n-US"/>
              <a:t>24/11/2025</a:t>
            </a:r>
          </a:p>
        </p:txBody>
      </p:sp>
      <p:sp>
        <p:nvSpPr>
          <p:cNvPr id="4" name="Marcador de pie de página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es"/>
              <a:t>Ejemplo de Texto de pie de página</a:t>
            </a:r>
          </a:p>
        </p:txBody>
      </p:sp>
      <p:sp>
        <p:nvSpPr>
          <p:cNvPr id="5" name="Marcador de número de diapositiva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rtl="0"/>
            <a:r>
              <a:rPr lang="es"/>
              <a:t>Haga clic para agregar cita</a:t>
            </a:r>
          </a:p>
          <a:p>
            <a:pPr lvl="1" rtl="0"/>
            <a:r>
              <a:rPr lang="es"/>
              <a:t>Segundo nivel</a:t>
            </a:r>
          </a:p>
          <a:p>
            <a:pPr lvl="2" rtl="0"/>
            <a:r>
              <a:rPr lang="es"/>
              <a:t>Tercer nivel</a:t>
            </a:r>
          </a:p>
          <a:p>
            <a:pPr lvl="3" rtl="0"/>
            <a:r>
              <a:rPr lang="es"/>
              <a:t>Cuarto nivel</a:t>
            </a:r>
          </a:p>
          <a:p>
            <a:pPr lvl="4" rtl="0"/>
            <a:r>
              <a:rPr lang="es"/>
              <a:t>Quinto nivel</a:t>
            </a:r>
          </a:p>
        </p:txBody>
      </p:sp>
      <p:cxnSp>
        <p:nvCxnSpPr>
          <p:cNvPr id="6" name="Conector recto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1311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ita 2">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Rectángulo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Rectángulo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rtlCol="0" anchor="ctr">
            <a:normAutofit/>
          </a:bodyPr>
          <a:lstStyle>
            <a:lvl1pPr marL="137160" indent="-137160">
              <a:lnSpc>
                <a:spcPct val="100000"/>
              </a:lnSpc>
              <a:defRPr sz="2000">
                <a:solidFill>
                  <a:schemeClr val="tx1"/>
                </a:solidFill>
              </a:defRPr>
            </a:lvl1pPr>
          </a:lstStyle>
          <a:p>
            <a:pPr rtl="0"/>
            <a:r>
              <a:rPr lang="es"/>
              <a:t>Autor de la cita</a:t>
            </a:r>
          </a:p>
        </p:txBody>
      </p:sp>
      <p:sp>
        <p:nvSpPr>
          <p:cNvPr id="3" name="Marcador de fecha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n-US"/>
              <a:t>24/11/2025</a:t>
            </a:r>
          </a:p>
        </p:txBody>
      </p:sp>
      <p:sp>
        <p:nvSpPr>
          <p:cNvPr id="4" name="Marcador de pie de página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es"/>
              <a:t>Ejemplo de Texto de pie de página</a:t>
            </a:r>
          </a:p>
        </p:txBody>
      </p:sp>
      <p:sp>
        <p:nvSpPr>
          <p:cNvPr id="5" name="Marcador de número de diapositiva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rtl="0"/>
            <a:r>
              <a:rPr lang="es"/>
              <a:t>Haga clic para agregar cita</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3392531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Cita 3">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rtlCol="0" anchor="ctr">
            <a:normAutofit/>
          </a:bodyPr>
          <a:lstStyle>
            <a:lvl1pPr marL="137160" indent="-137160">
              <a:defRPr sz="1800"/>
            </a:lvl1pPr>
          </a:lstStyle>
          <a:p>
            <a:pPr rtl="0"/>
            <a:r>
              <a:rPr lang="es"/>
              <a:t>Autor de la cita</a:t>
            </a:r>
          </a:p>
        </p:txBody>
      </p:sp>
      <p:sp>
        <p:nvSpPr>
          <p:cNvPr id="8" name="Rectángulo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9" name="Conector recto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Marcador de fecha 9">
            <a:extLst>
              <a:ext uri="{FF2B5EF4-FFF2-40B4-BE49-F238E27FC236}">
                <a16:creationId xmlns:a16="http://schemas.microsoft.com/office/drawing/2014/main" id="{6CBAF11E-83FD-0A35-2B1B-893C4D55AE9F}"/>
              </a:ext>
            </a:extLst>
          </p:cNvPr>
          <p:cNvSpPr>
            <a:spLocks noGrp="1"/>
          </p:cNvSpPr>
          <p:nvPr>
            <p:ph type="dt" sz="half" idx="14"/>
          </p:nvPr>
        </p:nvSpPr>
        <p:spPr/>
        <p:txBody>
          <a:bodyPr rtlCol="0"/>
          <a:lstStyle/>
          <a:p>
            <a:pPr rtl="0"/>
            <a:r>
              <a:rPr lang="en-US"/>
              <a:t>24/11/2025</a:t>
            </a:r>
          </a:p>
        </p:txBody>
      </p:sp>
      <p:sp>
        <p:nvSpPr>
          <p:cNvPr id="11" name="Marcador de pie de página 10">
            <a:extLst>
              <a:ext uri="{FF2B5EF4-FFF2-40B4-BE49-F238E27FC236}">
                <a16:creationId xmlns:a16="http://schemas.microsoft.com/office/drawing/2014/main" id="{2C8F38B5-19FF-BF8F-54FC-894E66C40672}"/>
              </a:ext>
            </a:extLst>
          </p:cNvPr>
          <p:cNvSpPr>
            <a:spLocks noGrp="1"/>
          </p:cNvSpPr>
          <p:nvPr>
            <p:ph type="ftr" sz="quarter" idx="15"/>
          </p:nvPr>
        </p:nvSpPr>
        <p:spPr/>
        <p:txBody>
          <a:bodyPr rtlCol="0"/>
          <a:lstStyle/>
          <a:p>
            <a:pPr rtl="0"/>
            <a:r>
              <a:rPr lang="es"/>
              <a:t>Ejemplo de Texto de pie de página</a:t>
            </a:r>
          </a:p>
        </p:txBody>
      </p:sp>
      <p:sp>
        <p:nvSpPr>
          <p:cNvPr id="12" name="Marcador de número de diapositiva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rtlCol="0"/>
          <a:lstStyle/>
          <a:p>
            <a:pPr rtl="0"/>
            <a:fld id="{5E0677F5-4A8A-4BF1-96BE-3BAE8FBAFE2E}" type="slidenum">
              <a:rPr lang="en-US" smtClean="0"/>
              <a:pPr rtl="0"/>
              <a:t>‹Nº›</a:t>
            </a:fld>
            <a:endParaRPr lang="en-US"/>
          </a:p>
        </p:txBody>
      </p:sp>
      <p:sp>
        <p:nvSpPr>
          <p:cNvPr id="7" name="Marcador de contenido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rtlCol="0"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rtl="0"/>
            <a:r>
              <a:rPr lang="es"/>
              <a:t>Haga clic para agregar cita</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5534555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rtlCol="0" anchor="t">
            <a:noAutofit/>
          </a:bodyPr>
          <a:lstStyle>
            <a:lvl1pPr>
              <a:defRPr sz="4400">
                <a:solidFill>
                  <a:schemeClr val="tx1"/>
                </a:solidFill>
              </a:defRPr>
            </a:lvl1p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5C52CF0D-DCF6-2401-8AD6-ED12BCF0D0F7}"/>
              </a:ext>
            </a:extLst>
          </p:cNvPr>
          <p:cNvSpPr>
            <a:spLocks noGrp="1"/>
          </p:cNvSpPr>
          <p:nvPr>
            <p:ph type="dt" sz="half" idx="14"/>
          </p:nvPr>
        </p:nvSpPr>
        <p:spPr/>
        <p:txBody>
          <a:bodyPr rtlCol="0"/>
          <a:lstStyle/>
          <a:p>
            <a:pPr rtl="0"/>
            <a:r>
              <a:rPr lang="en-US"/>
              <a:t>24/11/2025</a:t>
            </a:r>
          </a:p>
        </p:txBody>
      </p:sp>
      <p:sp>
        <p:nvSpPr>
          <p:cNvPr id="5" name="Marcador de pie de página 4">
            <a:extLst>
              <a:ext uri="{FF2B5EF4-FFF2-40B4-BE49-F238E27FC236}">
                <a16:creationId xmlns:a16="http://schemas.microsoft.com/office/drawing/2014/main" id="{A67F5585-231E-4B46-143C-086AE5C56D2F}"/>
              </a:ext>
            </a:extLst>
          </p:cNvPr>
          <p:cNvSpPr>
            <a:spLocks noGrp="1"/>
          </p:cNvSpPr>
          <p:nvPr>
            <p:ph type="ftr" sz="quarter" idx="15"/>
          </p:nvPr>
        </p:nvSpPr>
        <p:spPr/>
        <p:txBody>
          <a:bodyPr rtlCol="0"/>
          <a:lstStyle/>
          <a:p>
            <a:pPr rtl="0"/>
            <a:r>
              <a:rPr lang="es"/>
              <a:t>Texto de pie de página de ejemplo</a:t>
            </a:r>
          </a:p>
        </p:txBody>
      </p:sp>
      <p:sp>
        <p:nvSpPr>
          <p:cNvPr id="6" name="Marcador de número de diapositiva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cxnSp>
        <p:nvCxnSpPr>
          <p:cNvPr id="3" name="Conector recto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4648499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ón 2">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rtlCol="0" anchor="t">
            <a:normAutofit/>
          </a:bodyPr>
          <a:lstStyle>
            <a:lvl1pPr>
              <a:defRPr sz="54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7CAECC89-C65D-CAD6-3F7F-24F67D81DCF1}"/>
              </a:ext>
            </a:extLst>
          </p:cNvPr>
          <p:cNvSpPr>
            <a:spLocks noGrp="1"/>
          </p:cNvSpPr>
          <p:nvPr>
            <p:ph type="dt" sz="half" idx="15"/>
          </p:nvPr>
        </p:nvSpPr>
        <p:spPr/>
        <p:txBody>
          <a:bodyPr rtlCol="0"/>
          <a:lstStyle/>
          <a:p>
            <a:pPr rtl="0"/>
            <a:r>
              <a:rPr lang="en-US"/>
              <a:t>24/11/2025</a:t>
            </a:r>
          </a:p>
        </p:txBody>
      </p:sp>
      <p:sp>
        <p:nvSpPr>
          <p:cNvPr id="8" name="Marcador de pie de página 7">
            <a:extLst>
              <a:ext uri="{FF2B5EF4-FFF2-40B4-BE49-F238E27FC236}">
                <a16:creationId xmlns:a16="http://schemas.microsoft.com/office/drawing/2014/main" id="{F664FAF8-D2CD-617D-EEE4-AFE7E979984A}"/>
              </a:ext>
            </a:extLst>
          </p:cNvPr>
          <p:cNvSpPr>
            <a:spLocks noGrp="1"/>
          </p:cNvSpPr>
          <p:nvPr>
            <p:ph type="ftr" sz="quarter" idx="16"/>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7531759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ió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rtlCol="0" anchor="t">
            <a:normAutofit/>
          </a:bodyPr>
          <a:lstStyle>
            <a:lvl1pPr>
              <a:defRPr sz="5000">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7CAECC89-C65D-CAD6-3F7F-24F67D81DCF1}"/>
              </a:ext>
            </a:extLst>
          </p:cNvPr>
          <p:cNvSpPr>
            <a:spLocks noGrp="1"/>
          </p:cNvSpPr>
          <p:nvPr>
            <p:ph type="dt" sz="half" idx="15"/>
          </p:nvPr>
        </p:nvSpPr>
        <p:spPr/>
        <p:txBody>
          <a:bodyPr rtlCol="0"/>
          <a:lstStyle/>
          <a:p>
            <a:pPr rtl="0"/>
            <a:r>
              <a:rPr lang="en-US"/>
              <a:t>24/11/2025</a:t>
            </a:r>
          </a:p>
        </p:txBody>
      </p:sp>
      <p:sp>
        <p:nvSpPr>
          <p:cNvPr id="8" name="Marcador de pie de página 7">
            <a:extLst>
              <a:ext uri="{FF2B5EF4-FFF2-40B4-BE49-F238E27FC236}">
                <a16:creationId xmlns:a16="http://schemas.microsoft.com/office/drawing/2014/main" id="{F664FAF8-D2CD-617D-EEE4-AFE7E979984A}"/>
              </a:ext>
            </a:extLst>
          </p:cNvPr>
          <p:cNvSpPr>
            <a:spLocks noGrp="1"/>
          </p:cNvSpPr>
          <p:nvPr>
            <p:ph type="ftr" sz="quarter" idx="16"/>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4" name="Rectángulo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Rectángulo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27861314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os conteni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rtlCol="0"/>
          <a:lstStyle>
            <a:lvl1pPr>
              <a:defRPr>
                <a:solidFill>
                  <a:schemeClr val="tx1"/>
                </a:solidFill>
              </a:defRPr>
            </a:lvl1pPr>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EC2184DE-1D38-B3AE-D560-557B3726B547}"/>
              </a:ext>
            </a:extLst>
          </p:cNvPr>
          <p:cNvSpPr>
            <a:spLocks noGrp="1"/>
          </p:cNvSpPr>
          <p:nvPr>
            <p:ph type="dt" sz="half" idx="15"/>
          </p:nvPr>
        </p:nvSpPr>
        <p:spPr/>
        <p:txBody>
          <a:bodyPr rtlCol="0"/>
          <a:lstStyle/>
          <a:p>
            <a:pPr rtl="0"/>
            <a:r>
              <a:rPr lang="en-US"/>
              <a:t>24/11/2025</a:t>
            </a:r>
          </a:p>
        </p:txBody>
      </p:sp>
      <p:sp>
        <p:nvSpPr>
          <p:cNvPr id="4" name="Marcador de pie de página 3">
            <a:extLst>
              <a:ext uri="{FF2B5EF4-FFF2-40B4-BE49-F238E27FC236}">
                <a16:creationId xmlns:a16="http://schemas.microsoft.com/office/drawing/2014/main" id="{392A082C-5D4A-4A20-87E3-9906B5F3BAF4}"/>
              </a:ext>
            </a:extLst>
          </p:cNvPr>
          <p:cNvSpPr>
            <a:spLocks noGrp="1"/>
          </p:cNvSpPr>
          <p:nvPr>
            <p:ph type="ftr" sz="quarter" idx="16"/>
          </p:nvPr>
        </p:nvSpPr>
        <p:spPr/>
        <p:txBody>
          <a:bodyPr rtlCol="0"/>
          <a:lstStyle/>
          <a:p>
            <a:pPr rtl="0"/>
            <a:r>
              <a:rPr lang="es"/>
              <a:t>Texto de pie de página de muestra</a:t>
            </a:r>
          </a:p>
        </p:txBody>
      </p:sp>
      <p:sp>
        <p:nvSpPr>
          <p:cNvPr id="8" name="Marcador de número de diapositiva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rtlCol="0"/>
          <a:lstStyle/>
          <a:p>
            <a:pPr rtl="0"/>
            <a:fld id="{5E0677F5-4A8A-4BF1-96BE-3BAE8FBAFE2E}" type="slidenum">
              <a:rPr lang="en-US" smtClean="0"/>
              <a:t>‹Nº›</a:t>
            </a:fld>
            <a:endParaRPr lang="en-US"/>
          </a:p>
        </p:txBody>
      </p:sp>
      <p:sp>
        <p:nvSpPr>
          <p:cNvPr id="7" name="Marcador de contenido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contenido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6" name="Conector recto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1229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ación">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rtlCol="0"/>
          <a:lstStyle>
            <a:lvl1pPr>
              <a:defRPr>
                <a:solidFill>
                  <a:schemeClr val="tx1"/>
                </a:solidFill>
              </a:defRPr>
            </a:lvl1pPr>
          </a:lstStyle>
          <a:p>
            <a:pPr rtl="0"/>
            <a:r>
              <a:rPr lang="es"/>
              <a:t>Haga clic para modificar el estilo de título del patrón</a:t>
            </a:r>
          </a:p>
        </p:txBody>
      </p:sp>
      <p:sp>
        <p:nvSpPr>
          <p:cNvPr id="15" name="Marcador de fecha 14">
            <a:extLst>
              <a:ext uri="{FF2B5EF4-FFF2-40B4-BE49-F238E27FC236}">
                <a16:creationId xmlns:a16="http://schemas.microsoft.com/office/drawing/2014/main" id="{705EA491-E08A-48B5-7211-33514A94530C}"/>
              </a:ext>
            </a:extLst>
          </p:cNvPr>
          <p:cNvSpPr>
            <a:spLocks noGrp="1"/>
          </p:cNvSpPr>
          <p:nvPr>
            <p:ph type="dt" sz="half" idx="15"/>
          </p:nvPr>
        </p:nvSpPr>
        <p:spPr/>
        <p:txBody>
          <a:bodyPr rtlCol="0"/>
          <a:lstStyle/>
          <a:p>
            <a:pPr rtl="0"/>
            <a:r>
              <a:rPr lang="en-US"/>
              <a:t>24/11/2025</a:t>
            </a:r>
          </a:p>
        </p:txBody>
      </p:sp>
      <p:sp>
        <p:nvSpPr>
          <p:cNvPr id="16" name="Marcador de pie de página 15">
            <a:extLst>
              <a:ext uri="{FF2B5EF4-FFF2-40B4-BE49-F238E27FC236}">
                <a16:creationId xmlns:a16="http://schemas.microsoft.com/office/drawing/2014/main" id="{259980DF-BFB1-0E16-FE9E-D2D30ED180E7}"/>
              </a:ext>
            </a:extLst>
          </p:cNvPr>
          <p:cNvSpPr>
            <a:spLocks noGrp="1"/>
          </p:cNvSpPr>
          <p:nvPr>
            <p:ph type="ftr" sz="quarter" idx="16"/>
          </p:nvPr>
        </p:nvSpPr>
        <p:spPr/>
        <p:txBody>
          <a:bodyPr rtlCol="0"/>
          <a:lstStyle/>
          <a:p>
            <a:pPr rtl="0"/>
            <a:r>
              <a:rPr lang="es"/>
              <a:t>Ejemplo de Texto de pie de página</a:t>
            </a:r>
          </a:p>
        </p:txBody>
      </p:sp>
      <p:sp>
        <p:nvSpPr>
          <p:cNvPr id="17" name="Marcador de número de diapositiva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rtlCol="0"/>
          <a:lstStyle/>
          <a:p>
            <a:pPr rtl="0"/>
            <a:fld id="{5E0677F5-4A8A-4BF1-96BE-3BAE8FBAFE2E}" type="slidenum">
              <a:rPr lang="en-US" smtClean="0"/>
              <a:pPr rtl="0"/>
              <a:t>‹Nº›</a:t>
            </a:fld>
            <a:endParaRPr lang="en-US"/>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rtlCol="0"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6" name="Marcador de contenido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rtlCol="0"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8" name="Marcador de contenido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7" name="Conector recto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474254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rtlCol="0" anchor="t"/>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24/11/2025</a:t>
            </a:r>
          </a:p>
        </p:txBody>
      </p:sp>
      <p:sp>
        <p:nvSpPr>
          <p:cNvPr id="4" name="Marcador de pie de página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37454653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Vací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24/11/2025</a:t>
            </a:r>
          </a:p>
        </p:txBody>
      </p:sp>
      <p:sp>
        <p:nvSpPr>
          <p:cNvPr id="3" name="Marcador de pie de página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es"/>
              <a:t>Ejemplo de Texto de pie de página</a:t>
            </a:r>
          </a:p>
        </p:txBody>
      </p:sp>
      <p:sp>
        <p:nvSpPr>
          <p:cNvPr id="4" name="Marcador de número de diapositiva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Tree>
    <p:extLst>
      <p:ext uri="{BB962C8B-B14F-4D97-AF65-F5344CB8AC3E}">
        <p14:creationId xmlns:p14="http://schemas.microsoft.com/office/powerpoint/2010/main" val="23908336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rtlCol="0" anchor="t">
            <a:normAutofit/>
          </a:bodyPr>
          <a:lstStyle>
            <a:lvl1pPr>
              <a:defRPr sz="3200"/>
            </a:lvl1pPr>
          </a:lstStyle>
          <a:p>
            <a:pPr rtl="0"/>
            <a:r>
              <a:rPr lang="es"/>
              <a:t>Haga clic para modificar el estilo de título del patrón</a:t>
            </a:r>
          </a:p>
        </p:txBody>
      </p:sp>
      <p:sp>
        <p:nvSpPr>
          <p:cNvPr id="5" name="Marcador de fech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24/11/2025</a:t>
            </a:r>
          </a:p>
        </p:txBody>
      </p:sp>
      <p:sp>
        <p:nvSpPr>
          <p:cNvPr id="6" name="Marcador de pie de página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5E0677F5-4A8A-4BF1-96BE-3BAE8FBAFE2E}" type="slidenum">
              <a:rPr lang="en-US" smtClean="0"/>
              <a:t>‹Nº›</a:t>
            </a:fld>
            <a:endParaRPr lang="en-US"/>
          </a:p>
        </p:txBody>
      </p:sp>
      <p:sp>
        <p:nvSpPr>
          <p:cNvPr id="4" name="Marcador de texto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rtlCol="0">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8" name="Rectángulo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0104239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rtlCol="0" anchor="t">
            <a:normAutofit/>
          </a:bodyPr>
          <a:lstStyle>
            <a:lvl1pPr>
              <a:defRPr sz="3200"/>
            </a:lvl1pPr>
          </a:lstStyle>
          <a:p>
            <a:pPr rtl="0"/>
            <a:r>
              <a:rPr lang="es"/>
              <a:t>Haga clic para modificar el estilo de título del patrón</a:t>
            </a:r>
          </a:p>
        </p:txBody>
      </p:sp>
      <p:sp>
        <p:nvSpPr>
          <p:cNvPr id="23" name="Marcador de fecha 22">
            <a:extLst>
              <a:ext uri="{FF2B5EF4-FFF2-40B4-BE49-F238E27FC236}">
                <a16:creationId xmlns:a16="http://schemas.microsoft.com/office/drawing/2014/main" id="{8ACB14E1-4D3B-B55C-4791-64F774AC361F}"/>
              </a:ext>
            </a:extLst>
          </p:cNvPr>
          <p:cNvSpPr>
            <a:spLocks noGrp="1"/>
          </p:cNvSpPr>
          <p:nvPr>
            <p:ph type="dt" sz="half" idx="14"/>
          </p:nvPr>
        </p:nvSpPr>
        <p:spPr/>
        <p:txBody>
          <a:bodyPr rtlCol="0"/>
          <a:lstStyle/>
          <a:p>
            <a:pPr rtl="0"/>
            <a:r>
              <a:rPr lang="en-US"/>
              <a:t>24/11/2025</a:t>
            </a:r>
          </a:p>
        </p:txBody>
      </p:sp>
      <p:sp>
        <p:nvSpPr>
          <p:cNvPr id="24" name="Marcador de pie de página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rtlCol="0"/>
          <a:lstStyle/>
          <a:p>
            <a:pPr rtl="0"/>
            <a:r>
              <a:rPr lang="es"/>
              <a:t>Texto de pie de página de muestra</a:t>
            </a:r>
          </a:p>
        </p:txBody>
      </p:sp>
      <p:sp>
        <p:nvSpPr>
          <p:cNvPr id="25" name="Marcador de número de diapositiva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rtlCol="0"/>
          <a:lstStyle/>
          <a:p>
            <a:pPr rtl="0"/>
            <a:fld id="{5E0677F5-4A8A-4BF1-96BE-3BAE8FBAFE2E}" type="slidenum">
              <a:rPr lang="en-US" smtClean="0"/>
              <a:t>‹Nº›</a:t>
            </a:fld>
            <a:endParaRPr lang="en-US"/>
          </a:p>
        </p:txBody>
      </p:sp>
      <p:sp>
        <p:nvSpPr>
          <p:cNvPr id="4" name="Marcador de texto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8" name="Marcador de posición de imagen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rtlCol="0"/>
          <a:lstStyle>
            <a:lvl1pPr>
              <a:defRPr/>
            </a:lvl1pPr>
          </a:lstStyle>
          <a:p>
            <a:pPr rtl="0"/>
            <a:r>
              <a:rPr lang="es"/>
              <a:t>    </a:t>
            </a:r>
          </a:p>
        </p:txBody>
      </p:sp>
    </p:spTree>
    <p:extLst>
      <p:ext uri="{BB962C8B-B14F-4D97-AF65-F5344CB8AC3E}">
        <p14:creationId xmlns:p14="http://schemas.microsoft.com/office/powerpoint/2010/main" val="32718111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pPr rtl="0"/>
            <a:r>
              <a:rPr lang="es"/>
              <a:t>Haga clic para modificar el estilo de título del patrón</a:t>
            </a:r>
          </a:p>
        </p:txBody>
      </p:sp>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pPr rtl="0"/>
            <a:r>
              <a:rPr lang="en-US"/>
              <a:t>24/11/2025</a:t>
            </a:r>
            <a:endParaRPr lang="en-US" dirty="0"/>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pPr rtl="0"/>
            <a:r>
              <a:rPr lang="es"/>
              <a:t>Ejemplo de Texto de pie de página</a:t>
            </a:r>
            <a:endParaRPr lang="en-US" dirty="0"/>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pPr rtl="0"/>
            <a:fld id="{5E0677F5-4A8A-4BF1-96BE-3BAE8FBAFE2E}" type="slidenum">
              <a:rPr lang="en-US" smtClean="0"/>
              <a:pPr rtl="0"/>
              <a:t>‹Nº›</a:t>
            </a:fld>
            <a:endParaRPr lang="en-US" dirty="0"/>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16" name="Conector recto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03319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5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54FF7B3-98FD-DC77-AA5B-993CC3A67EC3}"/>
              </a:ext>
            </a:extLst>
          </p:cNvPr>
          <p:cNvSpPr>
            <a:spLocks noGrp="1"/>
          </p:cNvSpPr>
          <p:nvPr>
            <p:ph type="title"/>
          </p:nvPr>
        </p:nvSpPr>
        <p:spPr>
          <a:xfrm>
            <a:off x="274320" y="388704"/>
            <a:ext cx="9509760" cy="4297679"/>
          </a:xfrm>
        </p:spPr>
        <p:txBody>
          <a:bodyPr anchor="t">
            <a:normAutofit/>
          </a:bodyPr>
          <a:lstStyle/>
          <a:p>
            <a:r>
              <a:rPr lang="es-SV"/>
              <a:t>Comprendiendo el Diagrama de Secuencia: Línea de Vida y Mensajes en Sistemas</a:t>
            </a:r>
          </a:p>
        </p:txBody>
      </p:sp>
      <p:sp>
        <p:nvSpPr>
          <p:cNvPr id="4" name="Subtítulo 3">
            <a:extLst>
              <a:ext uri="{FF2B5EF4-FFF2-40B4-BE49-F238E27FC236}">
                <a16:creationId xmlns:a16="http://schemas.microsoft.com/office/drawing/2014/main" id="{58080194-BD61-0742-A128-BE6EA4B7FE71}"/>
              </a:ext>
            </a:extLst>
          </p:cNvPr>
          <p:cNvSpPr>
            <a:spLocks noGrp="1"/>
          </p:cNvSpPr>
          <p:nvPr>
            <p:ph type="subTitle" idx="1"/>
          </p:nvPr>
        </p:nvSpPr>
        <p:spPr>
          <a:xfrm>
            <a:off x="301751" y="5486399"/>
            <a:ext cx="6951553" cy="726128"/>
          </a:xfrm>
        </p:spPr>
        <p:txBody>
          <a:bodyPr anchor="t">
            <a:normAutofit/>
          </a:bodyPr>
          <a:lstStyle/>
          <a:p>
            <a:r>
              <a:rPr lang="es-SV"/>
              <a:t>Visualizando interacciones clave entre objetos en sistemas</a:t>
            </a:r>
          </a:p>
        </p:txBody>
      </p:sp>
      <p:sp>
        <p:nvSpPr>
          <p:cNvPr id="5" name="Marcador de fecha 4">
            <a:extLst>
              <a:ext uri="{FF2B5EF4-FFF2-40B4-BE49-F238E27FC236}">
                <a16:creationId xmlns:a16="http://schemas.microsoft.com/office/drawing/2014/main" id="{AFC330BB-513A-8AAC-944A-C8C99D39CE9F}"/>
              </a:ext>
            </a:extLst>
          </p:cNvPr>
          <p:cNvSpPr>
            <a:spLocks noGrp="1"/>
          </p:cNvSpPr>
          <p:nvPr>
            <p:ph type="dt" sz="half" idx="10"/>
          </p:nvPr>
        </p:nvSpPr>
        <p:spPr>
          <a:xfrm>
            <a:off x="301752" y="6304985"/>
            <a:ext cx="2218156" cy="365760"/>
          </a:xfrm>
        </p:spPr>
        <p:txBody>
          <a:bodyPr anchor="ctr">
            <a:normAutofit/>
          </a:bodyPr>
          <a:lstStyle/>
          <a:p>
            <a:pPr rtl="0">
              <a:spcAft>
                <a:spcPts val="600"/>
              </a:spcAft>
            </a:pPr>
            <a:r>
              <a:rPr lang="en-US"/>
              <a:t>24/11/2025</a:t>
            </a:r>
          </a:p>
        </p:txBody>
      </p:sp>
      <p:sp>
        <p:nvSpPr>
          <p:cNvPr id="6" name="Marcador de pie de página 5">
            <a:extLst>
              <a:ext uri="{FF2B5EF4-FFF2-40B4-BE49-F238E27FC236}">
                <a16:creationId xmlns:a16="http://schemas.microsoft.com/office/drawing/2014/main" id="{33254CA7-7212-B4B7-183B-07A1957C1D57}"/>
              </a:ext>
            </a:extLst>
          </p:cNvPr>
          <p:cNvSpPr>
            <a:spLocks noGrp="1"/>
          </p:cNvSpPr>
          <p:nvPr>
            <p:ph type="ftr" sz="quarter" idx="11"/>
          </p:nvPr>
        </p:nvSpPr>
        <p:spPr>
          <a:xfrm>
            <a:off x="7622485" y="6304985"/>
            <a:ext cx="2509284" cy="365760"/>
          </a:xfrm>
        </p:spPr>
        <p:txBody>
          <a:bodyPr anchor="ctr">
            <a:normAutofit/>
          </a:bodyPr>
          <a:lstStyle/>
          <a:p>
            <a:pPr rtl="0">
              <a:spcAft>
                <a:spcPts val="600"/>
              </a:spcAft>
            </a:pPr>
            <a:r>
              <a:rPr lang="es"/>
              <a:t>Ejemplo de Texto de pie de página</a:t>
            </a:r>
          </a:p>
        </p:txBody>
      </p:sp>
      <p:sp>
        <p:nvSpPr>
          <p:cNvPr id="7" name="Marcador de número de diapositiva 6">
            <a:extLst>
              <a:ext uri="{FF2B5EF4-FFF2-40B4-BE49-F238E27FC236}">
                <a16:creationId xmlns:a16="http://schemas.microsoft.com/office/drawing/2014/main" id="{FE4D3527-2E0D-D76B-FBE4-9498429D9EAC}"/>
              </a:ext>
            </a:extLst>
          </p:cNvPr>
          <p:cNvSpPr>
            <a:spLocks noGrp="1"/>
          </p:cNvSpPr>
          <p:nvPr>
            <p:ph type="sldNum" sz="quarter" idx="12"/>
          </p:nvPr>
        </p:nvSpPr>
        <p:spPr>
          <a:xfrm>
            <a:off x="11407526" y="6304985"/>
            <a:ext cx="493776" cy="365760"/>
          </a:xfrm>
        </p:spPr>
        <p:txBody>
          <a:bodyPr anchor="ctr">
            <a:normAutofit/>
          </a:bodyPr>
          <a:lstStyle/>
          <a:p>
            <a:pPr rtl="0">
              <a:spcAft>
                <a:spcPts val="600"/>
              </a:spcAft>
            </a:pPr>
            <a:fld id="{5E0677F5-4A8A-4BF1-96BE-3BAE8FBAFE2E}" type="slidenum">
              <a:rPr lang="en-US" smtClean="0"/>
              <a:pPr rtl="0">
                <a:spcAft>
                  <a:spcPts val="600"/>
                </a:spcAft>
              </a:pPr>
              <a:t>1</a:t>
            </a:fld>
            <a:endParaRPr lang="en-US"/>
          </a:p>
        </p:txBody>
      </p:sp>
    </p:spTree>
    <p:extLst>
      <p:ext uri="{BB962C8B-B14F-4D97-AF65-F5344CB8AC3E}">
        <p14:creationId xmlns:p14="http://schemas.microsoft.com/office/powerpoint/2010/main" val="730969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00"/>
                                        <p:tgtEl>
                                          <p:spTgt spid="4">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250"/>
                                        <p:tgtEl>
                                          <p:spTgt spid="4"/>
                                        </p:tgtEl>
                                      </p:cBhvr>
                                    </p:animEffect>
                                    <p:anim calcmode="lin" valueType="num">
                                      <p:cBhvr>
                                        <p:cTn id="14" dur="250" fill="hold"/>
                                        <p:tgtEl>
                                          <p:spTgt spid="4"/>
                                        </p:tgtEl>
                                        <p:attrNameLst>
                                          <p:attrName>ppt_x</p:attrName>
                                        </p:attrNameLst>
                                      </p:cBhvr>
                                      <p:tavLst>
                                        <p:tav tm="0">
                                          <p:val>
                                            <p:strVal val="#ppt_x"/>
                                          </p:val>
                                        </p:tav>
                                        <p:tav tm="100000">
                                          <p:val>
                                            <p:strVal val="#ppt_x"/>
                                          </p:val>
                                        </p:tav>
                                      </p:tavLst>
                                    </p:anim>
                                    <p:anim calcmode="lin" valueType="num">
                                      <p:cBhvr>
                                        <p:cTn id="15"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289C57-97DC-58EC-8F8B-683E663CC074}"/>
              </a:ext>
            </a:extLst>
          </p:cNvPr>
          <p:cNvSpPr>
            <a:spLocks noGrp="1"/>
          </p:cNvSpPr>
          <p:nvPr>
            <p:ph type="title"/>
          </p:nvPr>
        </p:nvSpPr>
        <p:spPr>
          <a:xfrm>
            <a:off x="266702" y="1714498"/>
            <a:ext cx="4960617" cy="4722876"/>
          </a:xfrm>
        </p:spPr>
        <p:txBody>
          <a:bodyPr anchor="b">
            <a:normAutofit/>
          </a:bodyPr>
          <a:lstStyle/>
          <a:p>
            <a:r>
              <a:rPr lang="es-SV"/>
              <a:t>Temas a Tratar</a:t>
            </a:r>
          </a:p>
        </p:txBody>
      </p:sp>
      <p:sp>
        <p:nvSpPr>
          <p:cNvPr id="3" name="Marcador de fecha 2">
            <a:extLst>
              <a:ext uri="{FF2B5EF4-FFF2-40B4-BE49-F238E27FC236}">
                <a16:creationId xmlns:a16="http://schemas.microsoft.com/office/drawing/2014/main" id="{DA32DFA3-C4A4-852B-BC51-23A8C6F7A0DD}"/>
              </a:ext>
            </a:extLst>
          </p:cNvPr>
          <p:cNvSpPr>
            <a:spLocks noGrp="1"/>
          </p:cNvSpPr>
          <p:nvPr>
            <p:ph type="dt" sz="half" idx="14"/>
          </p:nvPr>
        </p:nvSpPr>
        <p:spPr>
          <a:xfrm>
            <a:off x="301752" y="210114"/>
            <a:ext cx="1759288"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3E4D17C6-A5CC-BC90-2A92-CAE875359410}"/>
              </a:ext>
            </a:extLst>
          </p:cNvPr>
          <p:cNvSpPr>
            <a:spLocks noGrp="1"/>
          </p:cNvSpPr>
          <p:nvPr>
            <p:ph type="sldNum" sz="quarter" idx="16"/>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2</a:t>
            </a:fld>
            <a:endParaRPr lang="en-US"/>
          </a:p>
        </p:txBody>
      </p:sp>
      <p:sp>
        <p:nvSpPr>
          <p:cNvPr id="6" name="Marcador de contenido 5">
            <a:extLst>
              <a:ext uri="{FF2B5EF4-FFF2-40B4-BE49-F238E27FC236}">
                <a16:creationId xmlns:a16="http://schemas.microsoft.com/office/drawing/2014/main" id="{7902EFAC-A4B1-5830-9CE6-E4ACBC7B48FC}"/>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7952232" y="1246951"/>
            <a:ext cx="3404277" cy="4923185"/>
          </a:xfrm>
        </p:spPr>
        <p:txBody>
          <a:bodyPr anchor="t">
            <a:normAutofit/>
          </a:bodyPr>
          <a:lstStyle/>
          <a:p>
            <a:pPr>
              <a:buFont typeface="Arial" panose="020B0604020202020204" pitchFamily="34" charset="0"/>
              <a:buChar char="•"/>
            </a:pPr>
            <a:r>
              <a:t>Fundamentos del diagrama de secuencia</a:t>
            </a:r>
          </a:p>
          <a:p>
            <a:pPr>
              <a:buFont typeface="Arial" panose="020B0604020202020204" pitchFamily="34" charset="0"/>
              <a:buChar char="•"/>
            </a:pPr>
            <a:r>
              <a:t>Línea de vida de un sistema en diagramas de secuencia</a:t>
            </a:r>
          </a:p>
          <a:p>
            <a:pPr>
              <a:buFont typeface="Arial" panose="020B0604020202020204" pitchFamily="34" charset="0"/>
              <a:buChar char="•"/>
            </a:pPr>
            <a:r>
              <a:t>Mensajes en los diagramas de secuencia</a:t>
            </a:r>
          </a:p>
          <a:p>
            <a:pPr>
              <a:buFont typeface="Arial" panose="020B0604020202020204" pitchFamily="34" charset="0"/>
              <a:buChar char="•"/>
            </a:pPr>
            <a:r>
              <a:t>Retornos en diagramas de secuencia</a:t>
            </a:r>
            <a:endParaRPr lang="es-SV"/>
          </a:p>
        </p:txBody>
      </p:sp>
    </p:spTree>
    <p:extLst>
      <p:ext uri="{BB962C8B-B14F-4D97-AF65-F5344CB8AC3E}">
        <p14:creationId xmlns:p14="http://schemas.microsoft.com/office/powerpoint/2010/main" val="1182592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6BDAB9B-02D9-B1A0-E0F7-E579A911D99C}"/>
              </a:ext>
            </a:extLst>
          </p:cNvPr>
          <p:cNvSpPr>
            <a:spLocks noGrp="1"/>
          </p:cNvSpPr>
          <p:nvPr>
            <p:ph type="title"/>
          </p:nvPr>
        </p:nvSpPr>
        <p:spPr>
          <a:xfrm>
            <a:off x="3018499" y="952500"/>
            <a:ext cx="8887299" cy="5636798"/>
          </a:xfrm>
        </p:spPr>
        <p:txBody>
          <a:bodyPr anchor="b">
            <a:normAutofit/>
          </a:bodyPr>
          <a:lstStyle/>
          <a:p>
            <a:r>
              <a:rPr lang="es-SV"/>
              <a:t>Fundamentos del diagrama de secuencia</a:t>
            </a:r>
          </a:p>
        </p:txBody>
      </p:sp>
      <p:sp>
        <p:nvSpPr>
          <p:cNvPr id="5" name="Marcador de fecha 4">
            <a:extLst>
              <a:ext uri="{FF2B5EF4-FFF2-40B4-BE49-F238E27FC236}">
                <a16:creationId xmlns:a16="http://schemas.microsoft.com/office/drawing/2014/main" id="{0C28559E-50E3-4E64-AE4B-5606E3063AD9}"/>
              </a:ext>
            </a:extLst>
          </p:cNvPr>
          <p:cNvSpPr>
            <a:spLocks noGrp="1"/>
          </p:cNvSpPr>
          <p:nvPr>
            <p:ph type="dt" sz="half" idx="10"/>
          </p:nvPr>
        </p:nvSpPr>
        <p:spPr>
          <a:xfrm>
            <a:off x="301752" y="210114"/>
            <a:ext cx="1759288" cy="365760"/>
          </a:xfrm>
        </p:spPr>
        <p:txBody>
          <a:bodyPr anchor="ctr">
            <a:normAutofit/>
          </a:bodyPr>
          <a:lstStyle/>
          <a:p>
            <a:pPr rtl="0">
              <a:spcAft>
                <a:spcPts val="600"/>
              </a:spcAft>
            </a:pPr>
            <a:r>
              <a:rPr lang="en-US"/>
              <a:t>24/11/2025</a:t>
            </a:r>
          </a:p>
        </p:txBody>
      </p:sp>
      <p:sp>
        <p:nvSpPr>
          <p:cNvPr id="7" name="Marcador de número de diapositiva 6">
            <a:extLst>
              <a:ext uri="{FF2B5EF4-FFF2-40B4-BE49-F238E27FC236}">
                <a16:creationId xmlns:a16="http://schemas.microsoft.com/office/drawing/2014/main" id="{0BEA9F47-ACBA-3F8E-C841-51F8903F0F60}"/>
              </a:ext>
            </a:extLst>
          </p:cNvPr>
          <p:cNvSpPr>
            <a:spLocks noGrp="1"/>
          </p:cNvSpPr>
          <p:nvPr>
            <p:ph type="sldNum" sz="quarter" idx="12"/>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3</a:t>
            </a:fld>
            <a:endParaRPr lang="en-US"/>
          </a:p>
        </p:txBody>
      </p:sp>
    </p:spTree>
    <p:extLst>
      <p:ext uri="{BB962C8B-B14F-4D97-AF65-F5344CB8AC3E}">
        <p14:creationId xmlns:p14="http://schemas.microsoft.com/office/powerpoint/2010/main" val="2713055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7646C7-D0AF-0A24-34A8-69DC3A3CA8A6}"/>
              </a:ext>
            </a:extLst>
          </p:cNvPr>
          <p:cNvSpPr>
            <a:spLocks noGrp="1"/>
          </p:cNvSpPr>
          <p:nvPr>
            <p:ph type="title"/>
          </p:nvPr>
        </p:nvSpPr>
        <p:spPr>
          <a:xfrm>
            <a:off x="7491984" y="955810"/>
            <a:ext cx="4114800" cy="1244051"/>
          </a:xfrm>
        </p:spPr>
        <p:txBody>
          <a:bodyPr anchor="b">
            <a:normAutofit/>
          </a:bodyPr>
          <a:lstStyle/>
          <a:p>
            <a:r>
              <a:rPr lang="es-SV"/>
              <a:t>Definición y propósito del diagrama de secuencia</a:t>
            </a:r>
          </a:p>
        </p:txBody>
      </p:sp>
      <p:pic>
        <p:nvPicPr>
          <p:cNvPr id="8" name="Marcador de contenido 7" descr="Diagrama de interacciones secuenciales entre objetos del sistema que muestran el flujo de mensajes a lo largo del tiempo">
            <a:extLst>
              <a:ext uri="{FF2B5EF4-FFF2-40B4-BE49-F238E27FC236}">
                <a16:creationId xmlns:a16="http://schemas.microsoft.com/office/drawing/2014/main" id="{BD8DE113-C904-46F2-81D4-7F011DA9E64E}"/>
              </a:ext>
            </a:extLst>
          </p:cNvPr>
          <p:cNvPicPr>
            <a:picLocks noGrp="1" noChangeAspect="1"/>
          </p:cNvPicPr>
          <p:nvPr>
            <p:ph type="pic" sz="quarter" idx="15"/>
          </p:nvPr>
        </p:nvPicPr>
        <p:blipFill>
          <a:blip r:embed="rId3"/>
          <a:stretch/>
        </p:blipFill>
        <p:spPr>
          <a:xfrm>
            <a:off x="0" y="1106234"/>
            <a:ext cx="6959600" cy="4645533"/>
          </a:xfrm>
        </p:spPr>
      </p:pic>
      <p:sp>
        <p:nvSpPr>
          <p:cNvPr id="3" name="Marcador de fecha 2">
            <a:extLst>
              <a:ext uri="{FF2B5EF4-FFF2-40B4-BE49-F238E27FC236}">
                <a16:creationId xmlns:a16="http://schemas.microsoft.com/office/drawing/2014/main" id="{50A5773E-C974-08D5-16A9-0D543A0165B7}"/>
              </a:ext>
            </a:extLst>
          </p:cNvPr>
          <p:cNvSpPr>
            <a:spLocks noGrp="1"/>
          </p:cNvSpPr>
          <p:nvPr>
            <p:ph type="dt" sz="half" idx="16"/>
          </p:nvPr>
        </p:nvSpPr>
        <p:spPr>
          <a:xfrm>
            <a:off x="7469431" y="210114"/>
            <a:ext cx="1485900"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3DF565DD-B9BB-58E0-04BA-E322892D7319}"/>
              </a:ext>
            </a:extLst>
          </p:cNvPr>
          <p:cNvSpPr>
            <a:spLocks noGrp="1"/>
          </p:cNvSpPr>
          <p:nvPr>
            <p:ph type="sldNum" sz="quarter" idx="18"/>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4</a:t>
            </a:fld>
            <a:endParaRPr lang="en-US"/>
          </a:p>
        </p:txBody>
      </p:sp>
      <p:sp>
        <p:nvSpPr>
          <p:cNvPr id="7" name="Marcador de contenido 6">
            <a:extLst>
              <a:ext uri="{FF2B5EF4-FFF2-40B4-BE49-F238E27FC236}">
                <a16:creationId xmlns:a16="http://schemas.microsoft.com/office/drawing/2014/main" id="{04FA541A-6281-0617-AA42-70082867583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91984" y="2791033"/>
            <a:ext cx="4114800" cy="3383280"/>
          </a:xfrm>
        </p:spPr>
        <p:txBody>
          <a:bodyPr>
            <a:normAutofit/>
          </a:bodyPr>
          <a:lstStyle/>
          <a:p>
            <a:pPr marL="0" indent="0">
              <a:spcBef>
                <a:spcPts val="2500"/>
              </a:spcBef>
              <a:buFont typeface="Arial" panose="020B0604020202020204" pitchFamily="34" charset="0"/>
              <a:buNone/>
            </a:pPr>
            <a:r>
              <a:rPr lang="es-MX" sz="1300" b="1"/>
              <a:t>Herramienta clave en UML</a:t>
            </a:r>
          </a:p>
          <a:p>
            <a:pPr marL="0" lvl="1" indent="0">
              <a:buFont typeface="Arial" panose="020B0604020202020204" pitchFamily="34" charset="0"/>
              <a:buNone/>
            </a:pPr>
            <a:r>
              <a:rPr lang="es-MX" sz="1300"/>
              <a:t>Los diagramas de secuencia modelan la interacción entre objetos a lo largo del tiempo en sistemas UML.</a:t>
            </a:r>
          </a:p>
          <a:p>
            <a:pPr marL="0" indent="0">
              <a:spcBef>
                <a:spcPts val="2500"/>
              </a:spcBef>
              <a:buFont typeface="Arial" panose="020B0604020202020204" pitchFamily="34" charset="0"/>
              <a:buNone/>
            </a:pPr>
            <a:r>
              <a:rPr lang="es-MX" sz="1300" b="1"/>
              <a:t>Representación visual de comunicación</a:t>
            </a:r>
          </a:p>
          <a:p>
            <a:pPr marL="0" lvl="1" indent="0">
              <a:buFont typeface="Arial" panose="020B0604020202020204" pitchFamily="34" charset="0"/>
              <a:buNone/>
            </a:pPr>
            <a:r>
              <a:rPr lang="es-MX" sz="1300"/>
              <a:t>Representan cómo procesos y componentes intercambian mensajes secuenciales para facilitar comprensión.</a:t>
            </a:r>
          </a:p>
          <a:p>
            <a:pPr marL="0" indent="0">
              <a:spcBef>
                <a:spcPts val="2500"/>
              </a:spcBef>
              <a:buFont typeface="Arial" panose="020B0604020202020204" pitchFamily="34" charset="0"/>
              <a:buNone/>
            </a:pPr>
            <a:r>
              <a:rPr lang="es-MX" sz="1300" b="1"/>
              <a:t>Identificación de responsabilidades y problemas</a:t>
            </a:r>
          </a:p>
          <a:p>
            <a:pPr marL="0" lvl="1" indent="0">
              <a:buFont typeface="Arial" panose="020B0604020202020204" pitchFamily="34" charset="0"/>
              <a:buNone/>
            </a:pPr>
            <a:r>
              <a:rPr lang="es-MX" sz="1300"/>
              <a:t>Ayudan a identificar responsabilidades y detectar inconsistencias en el diseño del sistema.</a:t>
            </a:r>
          </a:p>
        </p:txBody>
      </p:sp>
    </p:spTree>
    <p:extLst>
      <p:ext uri="{BB962C8B-B14F-4D97-AF65-F5344CB8AC3E}">
        <p14:creationId xmlns:p14="http://schemas.microsoft.com/office/powerpoint/2010/main" val="2119106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B8E759-A597-1AF8-76AB-698CE7863824}"/>
              </a:ext>
            </a:extLst>
          </p:cNvPr>
          <p:cNvSpPr>
            <a:spLocks noGrp="1"/>
          </p:cNvSpPr>
          <p:nvPr>
            <p:ph type="title"/>
          </p:nvPr>
        </p:nvSpPr>
        <p:spPr>
          <a:xfrm>
            <a:off x="301752" y="1010934"/>
            <a:ext cx="3507418" cy="1398494"/>
          </a:xfrm>
        </p:spPr>
        <p:txBody>
          <a:bodyPr anchor="t">
            <a:normAutofit/>
          </a:bodyPr>
          <a:lstStyle/>
          <a:p>
            <a:r>
              <a:rPr lang="es-SV" sz="2600"/>
              <a:t>Elementos principales de un diagrama de secuencia</a:t>
            </a:r>
          </a:p>
        </p:txBody>
      </p:sp>
      <p:sp>
        <p:nvSpPr>
          <p:cNvPr id="3" name="Marcador de fecha 2">
            <a:extLst>
              <a:ext uri="{FF2B5EF4-FFF2-40B4-BE49-F238E27FC236}">
                <a16:creationId xmlns:a16="http://schemas.microsoft.com/office/drawing/2014/main" id="{CD6071CB-6B75-6D8C-356E-96AF5B6CA4F9}"/>
              </a:ext>
            </a:extLst>
          </p:cNvPr>
          <p:cNvSpPr>
            <a:spLocks noGrp="1"/>
          </p:cNvSpPr>
          <p:nvPr>
            <p:ph type="dt" sz="half" idx="14"/>
          </p:nvPr>
        </p:nvSpPr>
        <p:spPr>
          <a:xfrm>
            <a:off x="301752" y="210114"/>
            <a:ext cx="1759288"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B3EFD75C-E0A9-0657-A244-0BE031993B5D}"/>
              </a:ext>
            </a:extLst>
          </p:cNvPr>
          <p:cNvSpPr>
            <a:spLocks noGrp="1"/>
          </p:cNvSpPr>
          <p:nvPr>
            <p:ph type="sldNum" sz="quarter" idx="16"/>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5</a:t>
            </a:fld>
            <a:endParaRPr lang="en-US"/>
          </a:p>
        </p:txBody>
      </p:sp>
      <p:pic>
        <p:nvPicPr>
          <p:cNvPr id="8" name="Marcador de contenido 7" descr="Componentes de diagramas de secuencia que ilustran líneas de vida, mensajes, activaciones y notas en el diseño de software">
            <a:extLst>
              <a:ext uri="{FF2B5EF4-FFF2-40B4-BE49-F238E27FC236}">
                <a16:creationId xmlns:a16="http://schemas.microsoft.com/office/drawing/2014/main" id="{172CC03D-0241-4E58-9390-59202B867188}"/>
              </a:ext>
            </a:extLst>
          </p:cNvPr>
          <p:cNvPicPr>
            <a:picLocks noGrp="1" noChangeAspect="1"/>
          </p:cNvPicPr>
          <p:nvPr>
            <p:ph type="pic" sz="quarter" idx="17"/>
          </p:nvPr>
        </p:nvPicPr>
        <p:blipFill>
          <a:blip r:embed="rId3"/>
          <a:stretch/>
        </p:blipFill>
        <p:spPr>
          <a:xfrm>
            <a:off x="451351" y="3390816"/>
            <a:ext cx="3357819" cy="2241344"/>
          </a:xfrm>
        </p:spPr>
      </p:pic>
      <p:sp>
        <p:nvSpPr>
          <p:cNvPr id="7" name="Marcador de contenido 6">
            <a:extLst>
              <a:ext uri="{FF2B5EF4-FFF2-40B4-BE49-F238E27FC236}">
                <a16:creationId xmlns:a16="http://schemas.microsoft.com/office/drawing/2014/main" id="{A055FA7E-C685-B3C3-564E-DD593459A814}"/>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indent="0">
              <a:spcBef>
                <a:spcPts val="2500"/>
              </a:spcBef>
              <a:buFont typeface="Arial" panose="020B0604020202020204" pitchFamily="34" charset="0"/>
              <a:buNone/>
            </a:pPr>
            <a:r>
              <a:rPr lang="es-SV" b="1"/>
              <a:t>Línea de vida</a:t>
            </a:r>
          </a:p>
          <a:p>
            <a:pPr marL="0" lvl="1" indent="0">
              <a:buFont typeface="Arial" panose="020B0604020202020204" pitchFamily="34" charset="0"/>
              <a:buNone/>
            </a:pPr>
            <a:r>
              <a:t>Representa la existencia continua de un objeto a lo largo del tiempo en el diagrama de secuencia.</a:t>
            </a:r>
            <a:endParaRPr lang="es-SV"/>
          </a:p>
          <a:p>
            <a:pPr marL="0" indent="0">
              <a:spcBef>
                <a:spcPts val="2500"/>
              </a:spcBef>
              <a:buFont typeface="Arial" panose="020B0604020202020204" pitchFamily="34" charset="0"/>
              <a:buNone/>
            </a:pPr>
            <a:r>
              <a:rPr lang="es-SV" b="1"/>
              <a:t>Mensajes entre objetos</a:t>
            </a:r>
          </a:p>
          <a:p>
            <a:pPr marL="0" lvl="1" indent="0">
              <a:buFont typeface="Arial" panose="020B0604020202020204" pitchFamily="34" charset="0"/>
              <a:buNone/>
            </a:pPr>
            <a:r>
              <a:t>Describen la comunicación y llamadas entre diferentes objetos durante el proceso.</a:t>
            </a:r>
            <a:endParaRPr lang="es-SV"/>
          </a:p>
          <a:p>
            <a:pPr marL="0" indent="0">
              <a:spcBef>
                <a:spcPts val="2500"/>
              </a:spcBef>
              <a:buFont typeface="Arial" panose="020B0604020202020204" pitchFamily="34" charset="0"/>
              <a:buNone/>
            </a:pPr>
            <a:r>
              <a:rPr lang="es-SV" b="1"/>
              <a:t>Activaciones</a:t>
            </a:r>
          </a:p>
          <a:p>
            <a:pPr marL="0" lvl="1" indent="0">
              <a:buFont typeface="Arial" panose="020B0604020202020204" pitchFamily="34" charset="0"/>
              <a:buNone/>
            </a:pPr>
            <a:r>
              <a:t>Indican cuándo un objeto está activo y procesando una acción dentro del diagrama.</a:t>
            </a:r>
            <a:endParaRPr lang="es-SV"/>
          </a:p>
          <a:p>
            <a:pPr marL="0" indent="0">
              <a:spcBef>
                <a:spcPts val="2500"/>
              </a:spcBef>
              <a:buFont typeface="Arial" panose="020B0604020202020204" pitchFamily="34" charset="0"/>
              <a:buNone/>
            </a:pPr>
            <a:r>
              <a:rPr lang="es-SV" b="1"/>
              <a:t>Notas y comentarios</a:t>
            </a:r>
          </a:p>
          <a:p>
            <a:pPr marL="0" lvl="1" indent="0">
              <a:buFont typeface="Arial" panose="020B0604020202020204" pitchFamily="34" charset="0"/>
              <a:buNone/>
            </a:pPr>
            <a:r>
              <a:t>Elementos añadidos para proveer explicaciones o aclaraciones adicionales en el diagrama.</a:t>
            </a:r>
            <a:endParaRPr lang="es-SV"/>
          </a:p>
        </p:txBody>
      </p:sp>
    </p:spTree>
    <p:extLst>
      <p:ext uri="{BB962C8B-B14F-4D97-AF65-F5344CB8AC3E}">
        <p14:creationId xmlns:p14="http://schemas.microsoft.com/office/powerpoint/2010/main" val="4016561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11AA9A-7D2E-E9D4-E85B-B71F3CE3B2DF}"/>
              </a:ext>
            </a:extLst>
          </p:cNvPr>
          <p:cNvSpPr>
            <a:spLocks noGrp="1"/>
          </p:cNvSpPr>
          <p:nvPr>
            <p:ph type="title"/>
          </p:nvPr>
        </p:nvSpPr>
        <p:spPr>
          <a:xfrm>
            <a:off x="8159103" y="952500"/>
            <a:ext cx="3239262" cy="1582882"/>
          </a:xfrm>
        </p:spPr>
        <p:txBody>
          <a:bodyPr anchor="b">
            <a:normAutofit/>
          </a:bodyPr>
          <a:lstStyle/>
          <a:p>
            <a:r>
              <a:rPr lang="es-SV" dirty="0"/>
              <a:t>Importancia en el modelado de sistemas</a:t>
            </a:r>
          </a:p>
        </p:txBody>
      </p:sp>
      <p:pic>
        <p:nvPicPr>
          <p:cNvPr id="8" name="Marcador de contenido 7" descr="Diagramas que muestran los flujos de secuencia del sistema, la colaboración entre equipos y los procesos de prueba">
            <a:extLst>
              <a:ext uri="{FF2B5EF4-FFF2-40B4-BE49-F238E27FC236}">
                <a16:creationId xmlns:a16="http://schemas.microsoft.com/office/drawing/2014/main" id="{E6C80338-DD5D-438A-9F6A-4AD6769511E2}"/>
              </a:ext>
            </a:extLst>
          </p:cNvPr>
          <p:cNvPicPr>
            <a:picLocks noGrp="1" noChangeAspect="1"/>
          </p:cNvPicPr>
          <p:nvPr>
            <p:ph type="pic" sz="quarter" idx="15"/>
          </p:nvPr>
        </p:nvPicPr>
        <p:blipFill>
          <a:blip r:embed="rId3"/>
          <a:srcRect l="12483" r="13350" b="-1"/>
          <a:stretch>
            <a:fillRect/>
          </a:stretch>
        </p:blipFill>
        <p:spPr>
          <a:xfrm>
            <a:off x="20" y="10"/>
            <a:ext cx="7619980" cy="6857991"/>
          </a:xfrm>
        </p:spPr>
      </p:pic>
      <p:sp>
        <p:nvSpPr>
          <p:cNvPr id="3" name="Marcador de fecha 2">
            <a:extLst>
              <a:ext uri="{FF2B5EF4-FFF2-40B4-BE49-F238E27FC236}">
                <a16:creationId xmlns:a16="http://schemas.microsoft.com/office/drawing/2014/main" id="{F688C542-E3BE-3C96-762C-34171C5B137B}"/>
              </a:ext>
            </a:extLst>
          </p:cNvPr>
          <p:cNvSpPr>
            <a:spLocks noGrp="1"/>
          </p:cNvSpPr>
          <p:nvPr>
            <p:ph type="dt" sz="half" idx="16"/>
          </p:nvPr>
        </p:nvSpPr>
        <p:spPr>
          <a:xfrm>
            <a:off x="381000" y="210114"/>
            <a:ext cx="1413537"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169681F7-0931-BEC5-7C05-26F820761C11}"/>
              </a:ext>
            </a:extLst>
          </p:cNvPr>
          <p:cNvSpPr>
            <a:spLocks noGrp="1"/>
          </p:cNvSpPr>
          <p:nvPr>
            <p:ph type="sldNum" sz="quarter" idx="18"/>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6</a:t>
            </a:fld>
            <a:endParaRPr lang="en-US"/>
          </a:p>
        </p:txBody>
      </p:sp>
      <p:sp>
        <p:nvSpPr>
          <p:cNvPr id="7" name="Marcador de contenido 6">
            <a:extLst>
              <a:ext uri="{FF2B5EF4-FFF2-40B4-BE49-F238E27FC236}">
                <a16:creationId xmlns:a16="http://schemas.microsoft.com/office/drawing/2014/main" id="{E46F7602-2F27-D821-95A8-4D1722FB702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s-MX" sz="1100" b="1"/>
              <a:t>Visualización del comportamiento</a:t>
            </a:r>
          </a:p>
          <a:p>
            <a:pPr marL="0" lvl="1" indent="0">
              <a:lnSpc>
                <a:spcPct val="110000"/>
              </a:lnSpc>
              <a:buFont typeface="Arial" panose="020B0604020202020204" pitchFamily="34" charset="0"/>
              <a:buNone/>
            </a:pPr>
            <a:r>
              <a:rPr lang="es-MX" sz="1100"/>
              <a:t>Los diagramas de secuencia muestran el comportamiento dinámico detallado de un sistema para validar requisitos.</a:t>
            </a:r>
          </a:p>
          <a:p>
            <a:pPr marL="0" indent="0">
              <a:lnSpc>
                <a:spcPct val="110000"/>
              </a:lnSpc>
              <a:spcBef>
                <a:spcPts val="2500"/>
              </a:spcBef>
              <a:buFont typeface="Arial" panose="020B0604020202020204" pitchFamily="34" charset="0"/>
              <a:buNone/>
            </a:pPr>
            <a:r>
              <a:rPr lang="es-MX" sz="1100" b="1"/>
              <a:t>Comunicación y colaboración</a:t>
            </a:r>
          </a:p>
          <a:p>
            <a:pPr marL="0" lvl="1" indent="0">
              <a:lnSpc>
                <a:spcPct val="110000"/>
              </a:lnSpc>
              <a:buFont typeface="Arial" panose="020B0604020202020204" pitchFamily="34" charset="0"/>
              <a:buNone/>
            </a:pPr>
            <a:r>
              <a:rPr lang="es-MX" sz="1100"/>
              <a:t>Facilitan la comunicación entre desarrolladores y analistas, reduciendo errores de interpretación.</a:t>
            </a:r>
          </a:p>
          <a:p>
            <a:pPr marL="0" indent="0">
              <a:lnSpc>
                <a:spcPct val="110000"/>
              </a:lnSpc>
              <a:spcBef>
                <a:spcPts val="2500"/>
              </a:spcBef>
              <a:buFont typeface="Arial" panose="020B0604020202020204" pitchFamily="34" charset="0"/>
              <a:buNone/>
            </a:pPr>
            <a:r>
              <a:rPr lang="es-MX" sz="1100" b="1"/>
              <a:t>Apoyo en fases de prueba</a:t>
            </a:r>
          </a:p>
          <a:p>
            <a:pPr marL="0" lvl="1" indent="0">
              <a:lnSpc>
                <a:spcPct val="110000"/>
              </a:lnSpc>
              <a:buFont typeface="Arial" panose="020B0604020202020204" pitchFamily="34" charset="0"/>
              <a:buNone/>
            </a:pPr>
            <a:r>
              <a:rPr lang="es-MX" sz="1100"/>
              <a:t>Ayudan a clarificar el flujo esperado de eventos, apoyando pruebas y validaciones del sistema.</a:t>
            </a:r>
          </a:p>
        </p:txBody>
      </p:sp>
    </p:spTree>
    <p:extLst>
      <p:ext uri="{BB962C8B-B14F-4D97-AF65-F5344CB8AC3E}">
        <p14:creationId xmlns:p14="http://schemas.microsoft.com/office/powerpoint/2010/main" val="2558492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373732E2-8462-D017-B226-F5709093ED76}"/>
              </a:ext>
            </a:extLst>
          </p:cNvPr>
          <p:cNvSpPr>
            <a:spLocks noGrp="1"/>
          </p:cNvSpPr>
          <p:nvPr>
            <p:ph type="title"/>
          </p:nvPr>
        </p:nvSpPr>
        <p:spPr>
          <a:xfrm>
            <a:off x="3018499" y="952500"/>
            <a:ext cx="8887299" cy="5636798"/>
          </a:xfrm>
        </p:spPr>
        <p:txBody>
          <a:bodyPr anchor="b">
            <a:normAutofit/>
          </a:bodyPr>
          <a:lstStyle/>
          <a:p>
            <a:r>
              <a:rPr lang="es-SV"/>
              <a:t>Línea de vida de un sistema en diagramas de secuencia</a:t>
            </a:r>
          </a:p>
        </p:txBody>
      </p:sp>
      <p:sp>
        <p:nvSpPr>
          <p:cNvPr id="5" name="Marcador de fecha 4">
            <a:extLst>
              <a:ext uri="{FF2B5EF4-FFF2-40B4-BE49-F238E27FC236}">
                <a16:creationId xmlns:a16="http://schemas.microsoft.com/office/drawing/2014/main" id="{30E0BE5E-9844-8985-1CBA-C0D24695D5F6}"/>
              </a:ext>
            </a:extLst>
          </p:cNvPr>
          <p:cNvSpPr>
            <a:spLocks noGrp="1"/>
          </p:cNvSpPr>
          <p:nvPr>
            <p:ph type="dt" sz="half" idx="10"/>
          </p:nvPr>
        </p:nvSpPr>
        <p:spPr>
          <a:xfrm>
            <a:off x="301752" y="210114"/>
            <a:ext cx="1759288" cy="365760"/>
          </a:xfrm>
        </p:spPr>
        <p:txBody>
          <a:bodyPr anchor="ctr">
            <a:normAutofit/>
          </a:bodyPr>
          <a:lstStyle/>
          <a:p>
            <a:pPr rtl="0">
              <a:spcAft>
                <a:spcPts val="600"/>
              </a:spcAft>
            </a:pPr>
            <a:r>
              <a:rPr lang="en-US"/>
              <a:t>24/11/2025</a:t>
            </a:r>
          </a:p>
        </p:txBody>
      </p:sp>
      <p:sp>
        <p:nvSpPr>
          <p:cNvPr id="7" name="Marcador de número de diapositiva 6">
            <a:extLst>
              <a:ext uri="{FF2B5EF4-FFF2-40B4-BE49-F238E27FC236}">
                <a16:creationId xmlns:a16="http://schemas.microsoft.com/office/drawing/2014/main" id="{53DC6DE0-DF4C-2405-9947-31B17EEAAFF2}"/>
              </a:ext>
            </a:extLst>
          </p:cNvPr>
          <p:cNvSpPr>
            <a:spLocks noGrp="1"/>
          </p:cNvSpPr>
          <p:nvPr>
            <p:ph type="sldNum" sz="quarter" idx="12"/>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7</a:t>
            </a:fld>
            <a:endParaRPr lang="en-US"/>
          </a:p>
        </p:txBody>
      </p:sp>
    </p:spTree>
    <p:extLst>
      <p:ext uri="{BB962C8B-B14F-4D97-AF65-F5344CB8AC3E}">
        <p14:creationId xmlns:p14="http://schemas.microsoft.com/office/powerpoint/2010/main" val="5655697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3B721-B667-52FF-AEB9-553F3E168C63}"/>
              </a:ext>
            </a:extLst>
          </p:cNvPr>
          <p:cNvSpPr>
            <a:spLocks noGrp="1"/>
          </p:cNvSpPr>
          <p:nvPr>
            <p:ph type="title"/>
          </p:nvPr>
        </p:nvSpPr>
        <p:spPr>
          <a:xfrm>
            <a:off x="6146341" y="1005840"/>
            <a:ext cx="5098676" cy="885847"/>
          </a:xfrm>
        </p:spPr>
        <p:txBody>
          <a:bodyPr anchor="b">
            <a:normAutofit/>
          </a:bodyPr>
          <a:lstStyle/>
          <a:p>
            <a:r>
              <a:rPr lang="es-SV"/>
              <a:t>Concepto de línea de vida y su representación gráfica</a:t>
            </a:r>
          </a:p>
        </p:txBody>
      </p:sp>
      <p:pic>
        <p:nvPicPr>
          <p:cNvPr id="8" name="Marcador de contenido 7" descr="Diagrama vertical de línea de vida punteado que muestra la duración de la actividad del objeto en la comunicación">
            <a:extLst>
              <a:ext uri="{FF2B5EF4-FFF2-40B4-BE49-F238E27FC236}">
                <a16:creationId xmlns:a16="http://schemas.microsoft.com/office/drawing/2014/main" id="{13FF8AB4-74CC-4CDA-B935-85C8369B7CED}"/>
              </a:ext>
            </a:extLst>
          </p:cNvPr>
          <p:cNvPicPr>
            <a:picLocks noGrp="1" noChangeAspect="1"/>
          </p:cNvPicPr>
          <p:nvPr>
            <p:ph type="pic" sz="quarter" idx="15"/>
          </p:nvPr>
        </p:nvPicPr>
        <p:blipFill>
          <a:blip r:embed="rId3"/>
          <a:srcRect l="27753" r="17470" b="-1"/>
          <a:stretch>
            <a:fillRect/>
          </a:stretch>
        </p:blipFill>
        <p:spPr>
          <a:xfrm>
            <a:off x="1" y="10"/>
            <a:ext cx="5627801" cy="6857991"/>
          </a:xfrm>
        </p:spPr>
      </p:pic>
      <p:sp>
        <p:nvSpPr>
          <p:cNvPr id="3" name="Marcador de fecha 2">
            <a:extLst>
              <a:ext uri="{FF2B5EF4-FFF2-40B4-BE49-F238E27FC236}">
                <a16:creationId xmlns:a16="http://schemas.microsoft.com/office/drawing/2014/main" id="{44D72B6F-0939-61A0-E984-FA017BFB2FBE}"/>
              </a:ext>
            </a:extLst>
          </p:cNvPr>
          <p:cNvSpPr>
            <a:spLocks noGrp="1"/>
          </p:cNvSpPr>
          <p:nvPr>
            <p:ph type="dt" sz="half" idx="16"/>
          </p:nvPr>
        </p:nvSpPr>
        <p:spPr>
          <a:xfrm>
            <a:off x="301752" y="210114"/>
            <a:ext cx="1759288"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97B90972-888B-FE46-EB19-ADF2E527BC1E}"/>
              </a:ext>
            </a:extLst>
          </p:cNvPr>
          <p:cNvSpPr>
            <a:spLocks noGrp="1"/>
          </p:cNvSpPr>
          <p:nvPr>
            <p:ph type="sldNum" sz="quarter" idx="18"/>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8</a:t>
            </a:fld>
            <a:endParaRPr lang="en-US"/>
          </a:p>
        </p:txBody>
      </p:sp>
      <p:sp>
        <p:nvSpPr>
          <p:cNvPr id="7" name="Marcador de contenido 6">
            <a:extLst>
              <a:ext uri="{FF2B5EF4-FFF2-40B4-BE49-F238E27FC236}">
                <a16:creationId xmlns:a16="http://schemas.microsoft.com/office/drawing/2014/main" id="{8E66AC51-6ECA-EC64-D511-748F4AD877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55767" y="2047285"/>
            <a:ext cx="5098675" cy="4048715"/>
          </a:xfrm>
        </p:spPr>
        <p:txBody>
          <a:bodyPr>
            <a:normAutofit/>
          </a:bodyPr>
          <a:lstStyle/>
          <a:p>
            <a:pPr marL="0" indent="0">
              <a:spcBef>
                <a:spcPts val="2500"/>
              </a:spcBef>
              <a:buFont typeface="Arial" panose="020B0604020202020204" pitchFamily="34" charset="0"/>
              <a:buNone/>
            </a:pPr>
            <a:r>
              <a:rPr lang="es-MX" b="1"/>
              <a:t>Definición de línea de vida</a:t>
            </a:r>
          </a:p>
          <a:p>
            <a:pPr marL="0" lvl="1" indent="0">
              <a:buFont typeface="Arial" panose="020B0604020202020204" pitchFamily="34" charset="0"/>
              <a:buNone/>
            </a:pPr>
            <a:r>
              <a:t>La línea de vida es una columna vertical punteada que representa la existencia y participación del objeto.</a:t>
            </a:r>
            <a:endParaRPr lang="es-SV"/>
          </a:p>
          <a:p>
            <a:pPr marL="0" indent="0">
              <a:spcBef>
                <a:spcPts val="2500"/>
              </a:spcBef>
              <a:buFont typeface="Arial" panose="020B0604020202020204" pitchFamily="34" charset="0"/>
              <a:buNone/>
            </a:pPr>
            <a:r>
              <a:rPr lang="es-SV" b="1"/>
              <a:t>Duración de actividad</a:t>
            </a:r>
          </a:p>
          <a:p>
            <a:pPr marL="0" lvl="1" indent="0">
              <a:buFont typeface="Arial" panose="020B0604020202020204" pitchFamily="34" charset="0"/>
              <a:buNone/>
            </a:pPr>
            <a:r>
              <a:t>La longitud de la línea indica el tiempo durante el cual el objeto está activo en el escenario.</a:t>
            </a:r>
            <a:endParaRPr lang="es-SV"/>
          </a:p>
          <a:p>
            <a:pPr marL="0" indent="0">
              <a:spcBef>
                <a:spcPts val="2500"/>
              </a:spcBef>
              <a:buFont typeface="Arial" panose="020B0604020202020204" pitchFamily="34" charset="0"/>
              <a:buNone/>
            </a:pPr>
            <a:r>
              <a:rPr lang="es-SV" b="1"/>
              <a:t>Importancia en la comunicación</a:t>
            </a:r>
          </a:p>
          <a:p>
            <a:pPr marL="0" lvl="1" indent="0">
              <a:buFont typeface="Arial" panose="020B0604020202020204" pitchFamily="34" charset="0"/>
              <a:buNone/>
            </a:pPr>
            <a:r>
              <a:t>Es fundamental para entender cuándo y cómo ocurre la comunicación entre objetos o actores.</a:t>
            </a:r>
            <a:endParaRPr lang="es-SV"/>
          </a:p>
        </p:txBody>
      </p:sp>
    </p:spTree>
    <p:extLst>
      <p:ext uri="{BB962C8B-B14F-4D97-AF65-F5344CB8AC3E}">
        <p14:creationId xmlns:p14="http://schemas.microsoft.com/office/powerpoint/2010/main" val="134625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C49E01-B9B7-D63F-A00C-3A86579A3AC3}"/>
              </a:ext>
            </a:extLst>
          </p:cNvPr>
          <p:cNvSpPr>
            <a:spLocks noGrp="1"/>
          </p:cNvSpPr>
          <p:nvPr>
            <p:ph type="title"/>
          </p:nvPr>
        </p:nvSpPr>
        <p:spPr>
          <a:xfrm>
            <a:off x="8159103" y="952500"/>
            <a:ext cx="3239262" cy="1582882"/>
          </a:xfrm>
        </p:spPr>
        <p:txBody>
          <a:bodyPr anchor="b">
            <a:normAutofit/>
          </a:bodyPr>
          <a:lstStyle/>
          <a:p>
            <a:r>
              <a:rPr lang="es-SV"/>
              <a:t>Roles de objetos y actores en la línea de vida</a:t>
            </a:r>
          </a:p>
        </p:txBody>
      </p:sp>
      <p:pic>
        <p:nvPicPr>
          <p:cNvPr id="8" name="Marcador de contenido 7" descr="Diagrama que muestra las líneas de vida de objetos y actores externos interactuando con un sistema">
            <a:extLst>
              <a:ext uri="{FF2B5EF4-FFF2-40B4-BE49-F238E27FC236}">
                <a16:creationId xmlns:a16="http://schemas.microsoft.com/office/drawing/2014/main" id="{03356F6B-3C55-432B-97A3-9007F9496A90}"/>
              </a:ext>
            </a:extLst>
          </p:cNvPr>
          <p:cNvPicPr>
            <a:picLocks noGrp="1" noChangeAspect="1"/>
          </p:cNvPicPr>
          <p:nvPr>
            <p:ph type="pic" sz="quarter" idx="15"/>
          </p:nvPr>
        </p:nvPicPr>
        <p:blipFill>
          <a:blip r:embed="rId3"/>
          <a:srcRect l="15650" r="10183" b="-1"/>
          <a:stretch>
            <a:fillRect/>
          </a:stretch>
        </p:blipFill>
        <p:spPr>
          <a:xfrm>
            <a:off x="20" y="10"/>
            <a:ext cx="7619980" cy="6857991"/>
          </a:xfrm>
        </p:spPr>
      </p:pic>
      <p:sp>
        <p:nvSpPr>
          <p:cNvPr id="3" name="Marcador de fecha 2">
            <a:extLst>
              <a:ext uri="{FF2B5EF4-FFF2-40B4-BE49-F238E27FC236}">
                <a16:creationId xmlns:a16="http://schemas.microsoft.com/office/drawing/2014/main" id="{FD9ACFD8-C616-9C1E-9848-F624DA40DCF9}"/>
              </a:ext>
            </a:extLst>
          </p:cNvPr>
          <p:cNvSpPr>
            <a:spLocks noGrp="1"/>
          </p:cNvSpPr>
          <p:nvPr>
            <p:ph type="dt" sz="half" idx="16"/>
          </p:nvPr>
        </p:nvSpPr>
        <p:spPr>
          <a:xfrm>
            <a:off x="381000" y="210114"/>
            <a:ext cx="1413537"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EFCFC459-8352-71F0-CD44-89F0D3F08164}"/>
              </a:ext>
            </a:extLst>
          </p:cNvPr>
          <p:cNvSpPr>
            <a:spLocks noGrp="1"/>
          </p:cNvSpPr>
          <p:nvPr>
            <p:ph type="sldNum" sz="quarter" idx="18"/>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9</a:t>
            </a:fld>
            <a:endParaRPr lang="en-US"/>
          </a:p>
        </p:txBody>
      </p:sp>
      <p:sp>
        <p:nvSpPr>
          <p:cNvPr id="7" name="Marcador de contenido 6">
            <a:extLst>
              <a:ext uri="{FF2B5EF4-FFF2-40B4-BE49-F238E27FC236}">
                <a16:creationId xmlns:a16="http://schemas.microsoft.com/office/drawing/2014/main" id="{64E0EE03-D547-C54A-2568-CA2EDA754D2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s-MX" sz="1000" b="1"/>
              <a:t>Definición de objetos</a:t>
            </a:r>
          </a:p>
          <a:p>
            <a:pPr marL="0" lvl="1" indent="0">
              <a:lnSpc>
                <a:spcPct val="110000"/>
              </a:lnSpc>
              <a:buFont typeface="Arial" panose="020B0604020202020204" pitchFamily="34" charset="0"/>
              <a:buNone/>
            </a:pPr>
            <a:r>
              <a:rPr lang="es-MX" sz="1000"/>
              <a:t>Los objetos son instancias concretas dentro del sistema que representan datos o funciones específicas.</a:t>
            </a:r>
          </a:p>
          <a:p>
            <a:pPr marL="0" indent="0">
              <a:lnSpc>
                <a:spcPct val="110000"/>
              </a:lnSpc>
              <a:spcBef>
                <a:spcPts val="2500"/>
              </a:spcBef>
              <a:buFont typeface="Arial" panose="020B0604020202020204" pitchFamily="34" charset="0"/>
              <a:buNone/>
            </a:pPr>
            <a:r>
              <a:rPr lang="es-MX" sz="1000" b="1"/>
              <a:t>Definición de actores</a:t>
            </a:r>
          </a:p>
          <a:p>
            <a:pPr marL="0" lvl="1" indent="0">
              <a:lnSpc>
                <a:spcPct val="110000"/>
              </a:lnSpc>
              <a:buFont typeface="Arial" panose="020B0604020202020204" pitchFamily="34" charset="0"/>
              <a:buNone/>
            </a:pPr>
            <a:r>
              <a:rPr lang="es-MX" sz="1000"/>
              <a:t>Los actores son entidades externas, como usuarios o sistemas, que interactúan con el sistema principal.</a:t>
            </a:r>
          </a:p>
          <a:p>
            <a:pPr marL="0" indent="0">
              <a:lnSpc>
                <a:spcPct val="110000"/>
              </a:lnSpc>
              <a:spcBef>
                <a:spcPts val="2500"/>
              </a:spcBef>
              <a:buFont typeface="Arial" panose="020B0604020202020204" pitchFamily="34" charset="0"/>
              <a:buNone/>
            </a:pPr>
            <a:r>
              <a:rPr lang="es-MX" sz="1000" b="1"/>
              <a:t>Líneas de vida en el diagrama</a:t>
            </a:r>
          </a:p>
          <a:p>
            <a:pPr marL="0" lvl="1" indent="0">
              <a:lnSpc>
                <a:spcPct val="110000"/>
              </a:lnSpc>
              <a:buFont typeface="Arial" panose="020B0604020202020204" pitchFamily="34" charset="0"/>
              <a:buNone/>
            </a:pPr>
            <a:r>
              <a:rPr lang="es-MX" sz="1000"/>
              <a:t>Las líneas de vida muestran el tiempo y rol de objetos y actores durante la interacción en el sistema.</a:t>
            </a:r>
          </a:p>
        </p:txBody>
      </p:sp>
    </p:spTree>
    <p:extLst>
      <p:ext uri="{BB962C8B-B14F-4D97-AF65-F5344CB8AC3E}">
        <p14:creationId xmlns:p14="http://schemas.microsoft.com/office/powerpoint/2010/main" val="3018212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95097-9788-692F-9B4D-01086D35B849}"/>
              </a:ext>
            </a:extLst>
          </p:cNvPr>
          <p:cNvSpPr>
            <a:spLocks noGrp="1"/>
          </p:cNvSpPr>
          <p:nvPr>
            <p:ph type="title"/>
          </p:nvPr>
        </p:nvSpPr>
        <p:spPr>
          <a:xfrm>
            <a:off x="8159103" y="952500"/>
            <a:ext cx="3239262" cy="1582882"/>
          </a:xfrm>
        </p:spPr>
        <p:txBody>
          <a:bodyPr anchor="b">
            <a:normAutofit/>
          </a:bodyPr>
          <a:lstStyle/>
          <a:p>
            <a:r>
              <a:rPr lang="es-SV"/>
              <a:t>Ciclo de vida y estados de los objetos</a:t>
            </a:r>
          </a:p>
        </p:txBody>
      </p:sp>
      <p:pic>
        <p:nvPicPr>
          <p:cNvPr id="8" name="Marcador de contenido 7" descr="Diagrama que muestra las etapas del ciclo de vida de los objetos desde la creación hasta la destrucción en modelado por software">
            <a:extLst>
              <a:ext uri="{FF2B5EF4-FFF2-40B4-BE49-F238E27FC236}">
                <a16:creationId xmlns:a16="http://schemas.microsoft.com/office/drawing/2014/main" id="{100B9E47-9541-4DCD-9B85-11283AAC770A}"/>
              </a:ext>
            </a:extLst>
          </p:cNvPr>
          <p:cNvPicPr>
            <a:picLocks noGrp="1" noChangeAspect="1"/>
          </p:cNvPicPr>
          <p:nvPr>
            <p:ph type="pic" sz="quarter" idx="15"/>
          </p:nvPr>
        </p:nvPicPr>
        <p:blipFill>
          <a:blip r:embed="rId3"/>
          <a:stretch/>
        </p:blipFill>
        <p:spPr>
          <a:xfrm>
            <a:off x="0" y="885825"/>
            <a:ext cx="7620000" cy="5086350"/>
          </a:xfrm>
        </p:spPr>
      </p:pic>
      <p:sp>
        <p:nvSpPr>
          <p:cNvPr id="3" name="Marcador de fecha 2">
            <a:extLst>
              <a:ext uri="{FF2B5EF4-FFF2-40B4-BE49-F238E27FC236}">
                <a16:creationId xmlns:a16="http://schemas.microsoft.com/office/drawing/2014/main" id="{A929D1DD-CE57-98E2-FACA-A88C56FDBB60}"/>
              </a:ext>
            </a:extLst>
          </p:cNvPr>
          <p:cNvSpPr>
            <a:spLocks noGrp="1"/>
          </p:cNvSpPr>
          <p:nvPr>
            <p:ph type="dt" sz="half" idx="16"/>
          </p:nvPr>
        </p:nvSpPr>
        <p:spPr>
          <a:xfrm>
            <a:off x="381000" y="210114"/>
            <a:ext cx="1413537"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8B285DA5-7508-3826-43F4-EC519D4B8167}"/>
              </a:ext>
            </a:extLst>
          </p:cNvPr>
          <p:cNvSpPr>
            <a:spLocks noGrp="1"/>
          </p:cNvSpPr>
          <p:nvPr>
            <p:ph type="sldNum" sz="quarter" idx="18"/>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10</a:t>
            </a:fld>
            <a:endParaRPr lang="en-US"/>
          </a:p>
        </p:txBody>
      </p:sp>
      <p:sp>
        <p:nvSpPr>
          <p:cNvPr id="7" name="Marcador de contenido 6">
            <a:extLst>
              <a:ext uri="{FF2B5EF4-FFF2-40B4-BE49-F238E27FC236}">
                <a16:creationId xmlns:a16="http://schemas.microsoft.com/office/drawing/2014/main" id="{C3D3CE4F-B72E-8FB0-12AF-257727C4017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spcBef>
                <a:spcPts val="2500"/>
              </a:spcBef>
              <a:buFont typeface="Arial" panose="020B0604020202020204" pitchFamily="34" charset="0"/>
              <a:buNone/>
            </a:pPr>
            <a:r>
              <a:rPr lang="es-SV" b="1"/>
              <a:t>Estados del objeto</a:t>
            </a:r>
          </a:p>
          <a:p>
            <a:pPr marL="0" lvl="1" indent="0">
              <a:buFont typeface="Arial" panose="020B0604020202020204" pitchFamily="34" charset="0"/>
              <a:buNone/>
            </a:pPr>
            <a:r>
              <a:t>Los objetos transitan por múltiples estados que reflejan su condición y capacidad de interacción durante su ciclo de vida.</a:t>
            </a:r>
            <a:endParaRPr lang="es-MX"/>
          </a:p>
          <a:p>
            <a:pPr marL="0" indent="0">
              <a:spcBef>
                <a:spcPts val="2500"/>
              </a:spcBef>
              <a:buFont typeface="Arial" panose="020B0604020202020204" pitchFamily="34" charset="0"/>
              <a:buNone/>
            </a:pPr>
            <a:r>
              <a:rPr lang="es-MX" b="1"/>
              <a:t>Importancia del ciclo de vida</a:t>
            </a:r>
          </a:p>
          <a:p>
            <a:pPr marL="0" lvl="1" indent="0">
              <a:buFont typeface="Arial" panose="020B0604020202020204" pitchFamily="34" charset="0"/>
              <a:buNone/>
            </a:pPr>
            <a:r>
              <a:t>Comprender el ciclo de vida de los objetos es esencial para evitar enviar mensajes a objetos que ya no existen.</a:t>
            </a:r>
            <a:endParaRPr lang="es-SV"/>
          </a:p>
        </p:txBody>
      </p:sp>
    </p:spTree>
    <p:extLst>
      <p:ext uri="{BB962C8B-B14F-4D97-AF65-F5344CB8AC3E}">
        <p14:creationId xmlns:p14="http://schemas.microsoft.com/office/powerpoint/2010/main" val="3729193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849FAAC-771F-E5EF-3B15-29780E36AB6E}"/>
              </a:ext>
            </a:extLst>
          </p:cNvPr>
          <p:cNvSpPr>
            <a:spLocks noGrp="1"/>
          </p:cNvSpPr>
          <p:nvPr>
            <p:ph type="title"/>
          </p:nvPr>
        </p:nvSpPr>
        <p:spPr>
          <a:xfrm>
            <a:off x="3018499" y="952500"/>
            <a:ext cx="8887299" cy="5636798"/>
          </a:xfrm>
        </p:spPr>
        <p:txBody>
          <a:bodyPr anchor="b">
            <a:normAutofit/>
          </a:bodyPr>
          <a:lstStyle/>
          <a:p>
            <a:r>
              <a:rPr lang="es-SV"/>
              <a:t>Mensajes en los diagramas de secuencia</a:t>
            </a:r>
          </a:p>
        </p:txBody>
      </p:sp>
      <p:sp>
        <p:nvSpPr>
          <p:cNvPr id="5" name="Marcador de fecha 4">
            <a:extLst>
              <a:ext uri="{FF2B5EF4-FFF2-40B4-BE49-F238E27FC236}">
                <a16:creationId xmlns:a16="http://schemas.microsoft.com/office/drawing/2014/main" id="{66B3C2C4-7C47-B5BC-509E-4F247F76D46F}"/>
              </a:ext>
            </a:extLst>
          </p:cNvPr>
          <p:cNvSpPr>
            <a:spLocks noGrp="1"/>
          </p:cNvSpPr>
          <p:nvPr>
            <p:ph type="dt" sz="half" idx="10"/>
          </p:nvPr>
        </p:nvSpPr>
        <p:spPr>
          <a:xfrm>
            <a:off x="301752" y="210114"/>
            <a:ext cx="1759288" cy="365760"/>
          </a:xfrm>
        </p:spPr>
        <p:txBody>
          <a:bodyPr anchor="ctr">
            <a:normAutofit/>
          </a:bodyPr>
          <a:lstStyle/>
          <a:p>
            <a:pPr rtl="0">
              <a:spcAft>
                <a:spcPts val="600"/>
              </a:spcAft>
            </a:pPr>
            <a:r>
              <a:rPr lang="en-US"/>
              <a:t>24/11/2025</a:t>
            </a:r>
          </a:p>
        </p:txBody>
      </p:sp>
      <p:sp>
        <p:nvSpPr>
          <p:cNvPr id="7" name="Marcador de número de diapositiva 6">
            <a:extLst>
              <a:ext uri="{FF2B5EF4-FFF2-40B4-BE49-F238E27FC236}">
                <a16:creationId xmlns:a16="http://schemas.microsoft.com/office/drawing/2014/main" id="{3BA0ABD6-A90E-3801-ACA1-1C14D3AD727C}"/>
              </a:ext>
            </a:extLst>
          </p:cNvPr>
          <p:cNvSpPr>
            <a:spLocks noGrp="1"/>
          </p:cNvSpPr>
          <p:nvPr>
            <p:ph type="sldNum" sz="quarter" idx="12"/>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11</a:t>
            </a:fld>
            <a:endParaRPr lang="en-US"/>
          </a:p>
        </p:txBody>
      </p:sp>
    </p:spTree>
    <p:extLst>
      <p:ext uri="{BB962C8B-B14F-4D97-AF65-F5344CB8AC3E}">
        <p14:creationId xmlns:p14="http://schemas.microsoft.com/office/powerpoint/2010/main" val="3688074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D7A66C-D7EA-8029-DA98-7207B957B11F}"/>
              </a:ext>
            </a:extLst>
          </p:cNvPr>
          <p:cNvSpPr>
            <a:spLocks noGrp="1"/>
          </p:cNvSpPr>
          <p:nvPr>
            <p:ph type="title"/>
          </p:nvPr>
        </p:nvSpPr>
        <p:spPr>
          <a:xfrm>
            <a:off x="301752" y="1010934"/>
            <a:ext cx="3507418" cy="1398494"/>
          </a:xfrm>
        </p:spPr>
        <p:txBody>
          <a:bodyPr anchor="t">
            <a:normAutofit/>
          </a:bodyPr>
          <a:lstStyle/>
          <a:p>
            <a:r>
              <a:rPr lang="es-SV" sz="2400"/>
              <a:t>Tipos de mensajes (sincrónicos, asincrónicos, de creación y destrucción)</a:t>
            </a:r>
          </a:p>
        </p:txBody>
      </p:sp>
      <p:sp>
        <p:nvSpPr>
          <p:cNvPr id="3" name="Marcador de fecha 2">
            <a:extLst>
              <a:ext uri="{FF2B5EF4-FFF2-40B4-BE49-F238E27FC236}">
                <a16:creationId xmlns:a16="http://schemas.microsoft.com/office/drawing/2014/main" id="{377926DF-11FC-5461-EB94-CBB58122723D}"/>
              </a:ext>
            </a:extLst>
          </p:cNvPr>
          <p:cNvSpPr>
            <a:spLocks noGrp="1"/>
          </p:cNvSpPr>
          <p:nvPr>
            <p:ph type="dt" sz="half" idx="14"/>
          </p:nvPr>
        </p:nvSpPr>
        <p:spPr>
          <a:xfrm>
            <a:off x="301752" y="210114"/>
            <a:ext cx="1759288" cy="365760"/>
          </a:xfrm>
        </p:spPr>
        <p:txBody>
          <a:bodyPr anchor="ctr">
            <a:normAutofit/>
          </a:bodyPr>
          <a:lstStyle/>
          <a:p>
            <a:pPr rtl="0">
              <a:spcAft>
                <a:spcPts val="600"/>
              </a:spcAft>
            </a:pPr>
            <a:r>
              <a:rPr lang="en-US"/>
              <a:t>24/11/2025</a:t>
            </a:r>
          </a:p>
        </p:txBody>
      </p:sp>
      <p:sp>
        <p:nvSpPr>
          <p:cNvPr id="5" name="Marcador de número de diapositiva 4">
            <a:extLst>
              <a:ext uri="{FF2B5EF4-FFF2-40B4-BE49-F238E27FC236}">
                <a16:creationId xmlns:a16="http://schemas.microsoft.com/office/drawing/2014/main" id="{44043B6B-4E95-D233-2849-F23B61683D3E}"/>
              </a:ext>
            </a:extLst>
          </p:cNvPr>
          <p:cNvSpPr>
            <a:spLocks noGrp="1"/>
          </p:cNvSpPr>
          <p:nvPr>
            <p:ph type="sldNum" sz="quarter" idx="16"/>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12</a:t>
            </a:fld>
            <a:endParaRPr lang="en-US"/>
          </a:p>
        </p:txBody>
      </p:sp>
      <p:pic>
        <p:nvPicPr>
          <p:cNvPr id="8" name="Marcador de contenido 7" descr="Diagramas que ilustran mensajes síncronos, asíncronos, de creación y destrucción en comunicaciones del sistema">
            <a:extLst>
              <a:ext uri="{FF2B5EF4-FFF2-40B4-BE49-F238E27FC236}">
                <a16:creationId xmlns:a16="http://schemas.microsoft.com/office/drawing/2014/main" id="{1E7586CA-0D8B-4845-988C-AFA71864CDC9}"/>
              </a:ext>
            </a:extLst>
          </p:cNvPr>
          <p:cNvPicPr>
            <a:picLocks noGrp="1" noChangeAspect="1"/>
          </p:cNvPicPr>
          <p:nvPr>
            <p:ph type="pic" sz="quarter" idx="17"/>
          </p:nvPr>
        </p:nvPicPr>
        <p:blipFill>
          <a:blip r:embed="rId3"/>
          <a:stretch/>
        </p:blipFill>
        <p:spPr>
          <a:xfrm>
            <a:off x="451351" y="3390816"/>
            <a:ext cx="3357819" cy="2241344"/>
          </a:xfrm>
        </p:spPr>
      </p:pic>
      <p:sp>
        <p:nvSpPr>
          <p:cNvPr id="7" name="Marcador de contenido 6">
            <a:extLst>
              <a:ext uri="{FF2B5EF4-FFF2-40B4-BE49-F238E27FC236}">
                <a16:creationId xmlns:a16="http://schemas.microsoft.com/office/drawing/2014/main" id="{50E248EE-D21C-22ED-A213-A0093E5311E5}"/>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indent="0">
              <a:spcBef>
                <a:spcPts val="2500"/>
              </a:spcBef>
              <a:buFont typeface="Arial" panose="020B0604020202020204" pitchFamily="34" charset="0"/>
              <a:buNone/>
            </a:pPr>
            <a:r>
              <a:rPr lang="es-SV" b="1"/>
              <a:t>Mensajes sincrónicos</a:t>
            </a:r>
          </a:p>
          <a:p>
            <a:pPr marL="0" lvl="1" indent="0">
              <a:buFont typeface="Arial" panose="020B0604020202020204" pitchFamily="34" charset="0"/>
              <a:buNone/>
            </a:pPr>
            <a:r>
              <a:t>El remitente espera una respuesta inmediata antes de continuar con el proceso o tarea.</a:t>
            </a:r>
            <a:endParaRPr lang="es-SV"/>
          </a:p>
          <a:p>
            <a:pPr marL="0" indent="0">
              <a:spcBef>
                <a:spcPts val="2500"/>
              </a:spcBef>
              <a:buFont typeface="Arial" panose="020B0604020202020204" pitchFamily="34" charset="0"/>
              <a:buNone/>
            </a:pPr>
            <a:r>
              <a:rPr lang="es-SV" b="1"/>
              <a:t>Mensajes asincrónicos</a:t>
            </a:r>
          </a:p>
          <a:p>
            <a:pPr marL="0" lvl="1" indent="0">
              <a:buFont typeface="Arial" panose="020B0604020202020204" pitchFamily="34" charset="0"/>
              <a:buNone/>
            </a:pPr>
            <a:r>
              <a:t>El remitente continúa sin esperar una respuesta inmediata, permitiendo procesos paralelos.</a:t>
            </a:r>
            <a:endParaRPr lang="es-SV"/>
          </a:p>
          <a:p>
            <a:pPr marL="0" indent="0">
              <a:spcBef>
                <a:spcPts val="2500"/>
              </a:spcBef>
              <a:buFont typeface="Arial" panose="020B0604020202020204" pitchFamily="34" charset="0"/>
              <a:buNone/>
            </a:pPr>
            <a:r>
              <a:rPr lang="es-SV" b="1"/>
              <a:t>Mensajes de creación</a:t>
            </a:r>
          </a:p>
          <a:p>
            <a:pPr marL="0" lvl="1" indent="0">
              <a:buFont typeface="Arial" panose="020B0604020202020204" pitchFamily="34" charset="0"/>
              <a:buNone/>
            </a:pPr>
            <a:r>
              <a:t>Estos mensajes inician la existencia de un objeto o entidad dentro del sistema.</a:t>
            </a:r>
            <a:endParaRPr lang="es-SV"/>
          </a:p>
          <a:p>
            <a:pPr marL="0" indent="0">
              <a:spcBef>
                <a:spcPts val="2500"/>
              </a:spcBef>
              <a:buFont typeface="Arial" panose="020B0604020202020204" pitchFamily="34" charset="0"/>
              <a:buNone/>
            </a:pPr>
            <a:r>
              <a:rPr lang="es-SV" b="1"/>
              <a:t>Mensajes de destrucción</a:t>
            </a:r>
          </a:p>
          <a:p>
            <a:pPr marL="0" lvl="1" indent="0">
              <a:buFont typeface="Arial" panose="020B0604020202020204" pitchFamily="34" charset="0"/>
              <a:buNone/>
            </a:pPr>
            <a:r>
              <a:t>Indicadores que marcan el fin o eliminación de un objeto o entidad en el sistema.</a:t>
            </a:r>
            <a:endParaRPr lang="es-SV"/>
          </a:p>
        </p:txBody>
      </p:sp>
    </p:spTree>
    <p:extLst>
      <p:ext uri="{BB962C8B-B14F-4D97-AF65-F5344CB8AC3E}">
        <p14:creationId xmlns:p14="http://schemas.microsoft.com/office/powerpoint/2010/main" val="41684869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7D59EF-4D19-83F3-3C61-8B24ABF16AF2}"/>
              </a:ext>
            </a:extLst>
          </p:cNvPr>
          <p:cNvSpPr>
            <a:spLocks noGrp="1"/>
          </p:cNvSpPr>
          <p:nvPr>
            <p:ph type="title"/>
          </p:nvPr>
        </p:nvSpPr>
        <p:spPr>
          <a:xfrm>
            <a:off x="301752" y="1010934"/>
            <a:ext cx="3507418" cy="1398494"/>
          </a:xfrm>
        </p:spPr>
        <p:txBody>
          <a:bodyPr anchor="t">
            <a:normAutofit/>
          </a:bodyPr>
          <a:lstStyle/>
          <a:p>
            <a:r>
              <a:rPr lang="es-SV"/>
              <a:t>Sintaxis y notación de mensajes</a:t>
            </a:r>
          </a:p>
        </p:txBody>
      </p:sp>
      <p:sp>
        <p:nvSpPr>
          <p:cNvPr id="3" name="Marcador de fecha 2">
            <a:extLst>
              <a:ext uri="{FF2B5EF4-FFF2-40B4-BE49-F238E27FC236}">
                <a16:creationId xmlns:a16="http://schemas.microsoft.com/office/drawing/2014/main" id="{53F17525-BFD5-7E09-60E8-687BF1BC3EE1}"/>
              </a:ext>
            </a:extLst>
          </p:cNvPr>
          <p:cNvSpPr>
            <a:spLocks noGrp="1"/>
          </p:cNvSpPr>
          <p:nvPr>
            <p:ph type="dt" sz="half" idx="14"/>
          </p:nvPr>
        </p:nvSpPr>
        <p:spPr>
          <a:xfrm>
            <a:off x="301752" y="210114"/>
            <a:ext cx="1759288" cy="365760"/>
          </a:xfrm>
        </p:spPr>
        <p:txBody>
          <a:bodyPr anchor="ctr">
            <a:normAutofit/>
          </a:bodyPr>
          <a:lstStyle/>
          <a:p>
            <a:pPr rtl="0">
              <a:spcAft>
                <a:spcPts val="600"/>
              </a:spcAft>
            </a:pPr>
            <a:r>
              <a:rPr lang="en-US"/>
              <a:t>24/11/2025</a:t>
            </a:r>
          </a:p>
        </p:txBody>
      </p:sp>
      <p:sp>
        <p:nvSpPr>
          <p:cNvPr id="4" name="Marcador de pie de página 3">
            <a:extLst>
              <a:ext uri="{FF2B5EF4-FFF2-40B4-BE49-F238E27FC236}">
                <a16:creationId xmlns:a16="http://schemas.microsoft.com/office/drawing/2014/main" id="{1D00FE3D-B463-35D7-0730-E8FCA8FA18AC}"/>
              </a:ext>
            </a:extLst>
          </p:cNvPr>
          <p:cNvSpPr>
            <a:spLocks noGrp="1"/>
          </p:cNvSpPr>
          <p:nvPr>
            <p:ph type="ftr" sz="quarter" idx="15"/>
          </p:nvPr>
        </p:nvSpPr>
        <p:spPr>
          <a:xfrm>
            <a:off x="4932680" y="210114"/>
            <a:ext cx="2509284" cy="365760"/>
          </a:xfrm>
        </p:spPr>
        <p:txBody>
          <a:bodyPr anchor="ctr">
            <a:normAutofit/>
          </a:bodyPr>
          <a:lstStyle/>
          <a:p>
            <a:pPr rtl="0">
              <a:spcAft>
                <a:spcPts val="600"/>
              </a:spcAft>
            </a:pPr>
            <a:r>
              <a:rPr lang="es"/>
              <a:t>Texto de pie de página de muestra</a:t>
            </a:r>
          </a:p>
        </p:txBody>
      </p:sp>
      <p:sp>
        <p:nvSpPr>
          <p:cNvPr id="5" name="Marcador de número de diapositiva 4">
            <a:extLst>
              <a:ext uri="{FF2B5EF4-FFF2-40B4-BE49-F238E27FC236}">
                <a16:creationId xmlns:a16="http://schemas.microsoft.com/office/drawing/2014/main" id="{99375BE4-F046-2EA1-F764-FE8D9A5F5A82}"/>
              </a:ext>
            </a:extLst>
          </p:cNvPr>
          <p:cNvSpPr>
            <a:spLocks noGrp="1"/>
          </p:cNvSpPr>
          <p:nvPr>
            <p:ph type="sldNum" sz="quarter" idx="16"/>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13</a:t>
            </a:fld>
            <a:endParaRPr lang="en-US"/>
          </a:p>
        </p:txBody>
      </p:sp>
      <p:pic>
        <p:nvPicPr>
          <p:cNvPr id="8" name="Marcador de contenido 7" descr="Diagrama que muestra flechas de mensajes síncronas y asíncronas y cuadros de activación en el diseño de software">
            <a:extLst>
              <a:ext uri="{FF2B5EF4-FFF2-40B4-BE49-F238E27FC236}">
                <a16:creationId xmlns:a16="http://schemas.microsoft.com/office/drawing/2014/main" id="{72DB4E61-7751-44AD-ABD2-E1C986EFDEA3}"/>
              </a:ext>
            </a:extLst>
          </p:cNvPr>
          <p:cNvPicPr>
            <a:picLocks noGrp="1" noChangeAspect="1"/>
          </p:cNvPicPr>
          <p:nvPr>
            <p:ph type="pic" sz="quarter" idx="17"/>
          </p:nvPr>
        </p:nvPicPr>
        <p:blipFill>
          <a:blip r:embed="rId3"/>
          <a:stretch/>
        </p:blipFill>
        <p:spPr>
          <a:xfrm>
            <a:off x="451351" y="3390816"/>
            <a:ext cx="3357819" cy="2241344"/>
          </a:xfrm>
        </p:spPr>
      </p:pic>
      <p:sp>
        <p:nvSpPr>
          <p:cNvPr id="7" name="Marcador de contenido 6">
            <a:extLst>
              <a:ext uri="{FF2B5EF4-FFF2-40B4-BE49-F238E27FC236}">
                <a16:creationId xmlns:a16="http://schemas.microsoft.com/office/drawing/2014/main" id="{A08C7512-454F-D427-4FD8-4CE0270A70A5}"/>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indent="0">
              <a:spcBef>
                <a:spcPts val="2500"/>
              </a:spcBef>
              <a:buFont typeface="Arial" panose="020B0604020202020204" pitchFamily="34" charset="0"/>
              <a:buNone/>
            </a:pPr>
            <a:r>
              <a:rPr lang="es-SV" b="1"/>
              <a:t>Flechas para mensajes sincrónicos</a:t>
            </a:r>
          </a:p>
          <a:p>
            <a:pPr marL="0" lvl="1" indent="0">
              <a:buFont typeface="Arial" panose="020B0604020202020204" pitchFamily="34" charset="0"/>
              <a:buNone/>
            </a:pPr>
            <a:r>
              <a:t>Las flechas sólidas representan mensajes sincrónicos que esperan respuesta inmediata en los diagramas.</a:t>
            </a:r>
            <a:endParaRPr lang="es-SV"/>
          </a:p>
          <a:p>
            <a:pPr marL="0" indent="0">
              <a:spcBef>
                <a:spcPts val="2500"/>
              </a:spcBef>
              <a:buFont typeface="Arial" panose="020B0604020202020204" pitchFamily="34" charset="0"/>
              <a:buNone/>
            </a:pPr>
            <a:r>
              <a:rPr lang="es-SV" b="1"/>
              <a:t>Flechas para mensajes asincrónicos</a:t>
            </a:r>
          </a:p>
          <a:p>
            <a:pPr marL="0" lvl="1" indent="0">
              <a:buFont typeface="Arial" panose="020B0604020202020204" pitchFamily="34" charset="0"/>
              <a:buNone/>
            </a:pPr>
            <a:r>
              <a:t>Las flechas abiertas indican mensajes asincrónicos que no requieren respuesta inmediata.</a:t>
            </a:r>
            <a:endParaRPr lang="es-SV"/>
          </a:p>
          <a:p>
            <a:pPr marL="0" indent="0">
              <a:spcBef>
                <a:spcPts val="2500"/>
              </a:spcBef>
              <a:buFont typeface="Arial" panose="020B0604020202020204" pitchFamily="34" charset="0"/>
              <a:buNone/>
            </a:pPr>
            <a:r>
              <a:rPr lang="es-SV" b="1"/>
              <a:t>Cajas de activación</a:t>
            </a:r>
          </a:p>
          <a:p>
            <a:pPr marL="0" lvl="1" indent="0">
              <a:buFont typeface="Arial" panose="020B0604020202020204" pitchFamily="34" charset="0"/>
              <a:buNone/>
            </a:pPr>
            <a:r>
              <a:t>Las cajas muestran períodos de activación de objetos durante la interacción en diagramas.</a:t>
            </a:r>
            <a:endParaRPr lang="es-SV"/>
          </a:p>
          <a:p>
            <a:pPr marL="0" indent="0">
              <a:spcBef>
                <a:spcPts val="2500"/>
              </a:spcBef>
              <a:buFont typeface="Arial" panose="020B0604020202020204" pitchFamily="34" charset="0"/>
              <a:buNone/>
            </a:pPr>
            <a:r>
              <a:rPr lang="es-SV" b="1"/>
              <a:t>Precisión en la sintaxis</a:t>
            </a:r>
          </a:p>
          <a:p>
            <a:pPr marL="0" lvl="1" indent="0">
              <a:buFont typeface="Arial" panose="020B0604020202020204" pitchFamily="34" charset="0"/>
              <a:buNone/>
            </a:pPr>
            <a:r>
              <a:t>Una sintaxis precisa asegura que todos los miembros entiendan unívocamente los diagramas.</a:t>
            </a:r>
            <a:endParaRPr lang="es-SV"/>
          </a:p>
        </p:txBody>
      </p:sp>
    </p:spTree>
    <p:extLst>
      <p:ext uri="{BB962C8B-B14F-4D97-AF65-F5344CB8AC3E}">
        <p14:creationId xmlns:p14="http://schemas.microsoft.com/office/powerpoint/2010/main" val="19692719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28E3F6-9B36-AF47-FC54-FB30D6DFF18E}"/>
              </a:ext>
            </a:extLst>
          </p:cNvPr>
          <p:cNvSpPr>
            <a:spLocks noGrp="1"/>
          </p:cNvSpPr>
          <p:nvPr>
            <p:ph type="title"/>
          </p:nvPr>
        </p:nvSpPr>
        <p:spPr>
          <a:xfrm>
            <a:off x="7491984" y="955810"/>
            <a:ext cx="4114800" cy="1244051"/>
          </a:xfrm>
        </p:spPr>
        <p:txBody>
          <a:bodyPr anchor="b">
            <a:normAutofit/>
          </a:bodyPr>
          <a:lstStyle/>
          <a:p>
            <a:r>
              <a:rPr lang="es-SV"/>
              <a:t>Ejemplos prácticos de envío y recepción de mensajes</a:t>
            </a:r>
          </a:p>
        </p:txBody>
      </p:sp>
      <p:pic>
        <p:nvPicPr>
          <p:cNvPr id="8" name="Marcador de contenido 7" descr="Ilustración profesional de solicitudes de servicios web, actualizaciones de interfaz de usuario e interacciones de creación de procesos">
            <a:extLst>
              <a:ext uri="{FF2B5EF4-FFF2-40B4-BE49-F238E27FC236}">
                <a16:creationId xmlns:a16="http://schemas.microsoft.com/office/drawing/2014/main" id="{7DFBC2A2-8390-4924-B48F-28B6174287EC}"/>
              </a:ext>
            </a:extLst>
          </p:cNvPr>
          <p:cNvPicPr>
            <a:picLocks noGrp="1" noChangeAspect="1"/>
          </p:cNvPicPr>
          <p:nvPr>
            <p:ph type="pic" sz="quarter" idx="15"/>
          </p:nvPr>
        </p:nvPicPr>
        <p:blipFill>
          <a:blip r:embed="rId3"/>
          <a:stretch/>
        </p:blipFill>
        <p:spPr>
          <a:xfrm>
            <a:off x="0" y="1106234"/>
            <a:ext cx="6959600" cy="4645533"/>
          </a:xfrm>
        </p:spPr>
      </p:pic>
      <p:sp>
        <p:nvSpPr>
          <p:cNvPr id="3" name="Marcador de fecha 2">
            <a:extLst>
              <a:ext uri="{FF2B5EF4-FFF2-40B4-BE49-F238E27FC236}">
                <a16:creationId xmlns:a16="http://schemas.microsoft.com/office/drawing/2014/main" id="{D1EA7A09-1A5C-AD41-E993-6ACE5759423E}"/>
              </a:ext>
            </a:extLst>
          </p:cNvPr>
          <p:cNvSpPr>
            <a:spLocks noGrp="1"/>
          </p:cNvSpPr>
          <p:nvPr>
            <p:ph type="dt" sz="half" idx="16"/>
          </p:nvPr>
        </p:nvSpPr>
        <p:spPr>
          <a:xfrm>
            <a:off x="7469431" y="210114"/>
            <a:ext cx="1485900" cy="365760"/>
          </a:xfrm>
        </p:spPr>
        <p:txBody>
          <a:bodyPr anchor="ctr">
            <a:normAutofit/>
          </a:bodyPr>
          <a:lstStyle/>
          <a:p>
            <a:pPr rtl="0">
              <a:spcAft>
                <a:spcPts val="600"/>
              </a:spcAft>
            </a:pPr>
            <a:r>
              <a:rPr lang="en-US"/>
              <a:t>24/11/2025</a:t>
            </a:r>
          </a:p>
        </p:txBody>
      </p:sp>
      <p:sp>
        <p:nvSpPr>
          <p:cNvPr id="4" name="Marcador de pie de página 3">
            <a:extLst>
              <a:ext uri="{FF2B5EF4-FFF2-40B4-BE49-F238E27FC236}">
                <a16:creationId xmlns:a16="http://schemas.microsoft.com/office/drawing/2014/main" id="{E9FFE456-15BD-D505-E806-0D132D68B3CF}"/>
              </a:ext>
            </a:extLst>
          </p:cNvPr>
          <p:cNvSpPr>
            <a:spLocks noGrp="1"/>
          </p:cNvSpPr>
          <p:nvPr>
            <p:ph type="ftr" sz="quarter" idx="17"/>
          </p:nvPr>
        </p:nvSpPr>
        <p:spPr>
          <a:xfrm>
            <a:off x="9376096" y="210114"/>
            <a:ext cx="1860464" cy="365760"/>
          </a:xfrm>
        </p:spPr>
        <p:txBody>
          <a:bodyPr anchor="ctr">
            <a:normAutofit/>
          </a:bodyPr>
          <a:lstStyle/>
          <a:p>
            <a:pPr rtl="0">
              <a:spcAft>
                <a:spcPts val="600"/>
              </a:spcAft>
            </a:pPr>
            <a:r>
              <a:rPr lang="es"/>
              <a:t>Texto de pie de página de muestra</a:t>
            </a:r>
          </a:p>
        </p:txBody>
      </p:sp>
      <p:sp>
        <p:nvSpPr>
          <p:cNvPr id="5" name="Marcador de número de diapositiva 4">
            <a:extLst>
              <a:ext uri="{FF2B5EF4-FFF2-40B4-BE49-F238E27FC236}">
                <a16:creationId xmlns:a16="http://schemas.microsoft.com/office/drawing/2014/main" id="{9C0F5051-FB62-DF9F-ED9A-C978E0419D0F}"/>
              </a:ext>
            </a:extLst>
          </p:cNvPr>
          <p:cNvSpPr>
            <a:spLocks noGrp="1"/>
          </p:cNvSpPr>
          <p:nvPr>
            <p:ph type="sldNum" sz="quarter" idx="18"/>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14</a:t>
            </a:fld>
            <a:endParaRPr lang="en-US"/>
          </a:p>
        </p:txBody>
      </p:sp>
      <p:sp>
        <p:nvSpPr>
          <p:cNvPr id="7" name="Marcador de contenido 6">
            <a:extLst>
              <a:ext uri="{FF2B5EF4-FFF2-40B4-BE49-F238E27FC236}">
                <a16:creationId xmlns:a16="http://schemas.microsoft.com/office/drawing/2014/main" id="{39782DB9-A6ED-65D6-A64D-16B5246E4F1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91984" y="2791033"/>
            <a:ext cx="4114800" cy="3383280"/>
          </a:xfrm>
        </p:spPr>
        <p:txBody>
          <a:bodyPr>
            <a:normAutofit/>
          </a:bodyPr>
          <a:lstStyle/>
          <a:p>
            <a:pPr marL="0" indent="0">
              <a:lnSpc>
                <a:spcPct val="110000"/>
              </a:lnSpc>
              <a:spcBef>
                <a:spcPts val="2500"/>
              </a:spcBef>
              <a:buFont typeface="Arial" panose="020B0604020202020204" pitchFamily="34" charset="0"/>
              <a:buNone/>
            </a:pPr>
            <a:r>
              <a:rPr lang="es-MX" sz="1200" b="1"/>
              <a:t>Solicitudes de servicios web</a:t>
            </a:r>
          </a:p>
          <a:p>
            <a:pPr marL="0" lvl="1" indent="0">
              <a:lnSpc>
                <a:spcPct val="110000"/>
              </a:lnSpc>
              <a:buFont typeface="Arial" panose="020B0604020202020204" pitchFamily="34" charset="0"/>
              <a:buNone/>
            </a:pPr>
            <a:r>
              <a:rPr lang="es-MX" sz="1200"/>
              <a:t>Las solicitudes de servicios web permiten la comunicación entre sistemas para intercambiar datos y ejecutar funciones.</a:t>
            </a:r>
          </a:p>
          <a:p>
            <a:pPr marL="0" indent="0">
              <a:lnSpc>
                <a:spcPct val="110000"/>
              </a:lnSpc>
              <a:spcBef>
                <a:spcPts val="2500"/>
              </a:spcBef>
              <a:buFont typeface="Arial" panose="020B0604020202020204" pitchFamily="34" charset="0"/>
              <a:buNone/>
            </a:pPr>
            <a:r>
              <a:rPr lang="es-MX" sz="1200" b="1"/>
              <a:t>Actualizaciones de interfaces de usuario</a:t>
            </a:r>
          </a:p>
          <a:p>
            <a:pPr marL="0" lvl="1" indent="0">
              <a:lnSpc>
                <a:spcPct val="110000"/>
              </a:lnSpc>
              <a:buFont typeface="Arial" panose="020B0604020202020204" pitchFamily="34" charset="0"/>
              <a:buNone/>
            </a:pPr>
            <a:r>
              <a:rPr lang="es-MX" sz="1200"/>
              <a:t>Las actualizaciones de estado en interfaces de usuario reflejan cambios dinámicos para mejorar la experiencia del usuario.</a:t>
            </a:r>
          </a:p>
          <a:p>
            <a:pPr marL="0" indent="0">
              <a:lnSpc>
                <a:spcPct val="110000"/>
              </a:lnSpc>
              <a:spcBef>
                <a:spcPts val="2500"/>
              </a:spcBef>
              <a:buFont typeface="Arial" panose="020B0604020202020204" pitchFamily="34" charset="0"/>
              <a:buNone/>
            </a:pPr>
            <a:r>
              <a:rPr lang="es-MX" sz="1200" b="1"/>
              <a:t>Creación de nuevos procesos</a:t>
            </a:r>
          </a:p>
          <a:p>
            <a:pPr marL="0" lvl="1" indent="0">
              <a:lnSpc>
                <a:spcPct val="110000"/>
              </a:lnSpc>
              <a:buFont typeface="Arial" panose="020B0604020202020204" pitchFamily="34" charset="0"/>
              <a:buNone/>
            </a:pPr>
            <a:r>
              <a:rPr lang="es-MX" sz="1200"/>
              <a:t>La creación de nuevos procesos muestra cómo se inician y gestionan tareas mediante interacciones de mensajes.</a:t>
            </a:r>
          </a:p>
        </p:txBody>
      </p:sp>
    </p:spTree>
    <p:extLst>
      <p:ext uri="{BB962C8B-B14F-4D97-AF65-F5344CB8AC3E}">
        <p14:creationId xmlns:p14="http://schemas.microsoft.com/office/powerpoint/2010/main" val="2442871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0F02D64C-1412-F5E6-C130-212DA4F4A4BE}"/>
              </a:ext>
            </a:extLst>
          </p:cNvPr>
          <p:cNvSpPr>
            <a:spLocks noGrp="1"/>
          </p:cNvSpPr>
          <p:nvPr>
            <p:ph type="title"/>
          </p:nvPr>
        </p:nvSpPr>
        <p:spPr>
          <a:xfrm>
            <a:off x="3018499" y="952500"/>
            <a:ext cx="8887299" cy="5636798"/>
          </a:xfrm>
        </p:spPr>
        <p:txBody>
          <a:bodyPr anchor="b">
            <a:normAutofit/>
          </a:bodyPr>
          <a:lstStyle/>
          <a:p>
            <a:r>
              <a:rPr lang="es-SV"/>
              <a:t>Retornos en diagramas de secuencia</a:t>
            </a:r>
          </a:p>
        </p:txBody>
      </p:sp>
      <p:sp>
        <p:nvSpPr>
          <p:cNvPr id="5" name="Marcador de fecha 4">
            <a:extLst>
              <a:ext uri="{FF2B5EF4-FFF2-40B4-BE49-F238E27FC236}">
                <a16:creationId xmlns:a16="http://schemas.microsoft.com/office/drawing/2014/main" id="{6BAD1B86-5881-331D-4C9D-5584A4E462A8}"/>
              </a:ext>
            </a:extLst>
          </p:cNvPr>
          <p:cNvSpPr>
            <a:spLocks noGrp="1"/>
          </p:cNvSpPr>
          <p:nvPr>
            <p:ph type="dt" sz="half" idx="10"/>
          </p:nvPr>
        </p:nvSpPr>
        <p:spPr>
          <a:xfrm>
            <a:off x="301752" y="210114"/>
            <a:ext cx="1759288" cy="365760"/>
          </a:xfrm>
        </p:spPr>
        <p:txBody>
          <a:bodyPr anchor="ctr">
            <a:normAutofit/>
          </a:bodyPr>
          <a:lstStyle/>
          <a:p>
            <a:pPr rtl="0">
              <a:spcAft>
                <a:spcPts val="600"/>
              </a:spcAft>
            </a:pPr>
            <a:r>
              <a:rPr lang="en-US"/>
              <a:t>24/11/2025</a:t>
            </a:r>
          </a:p>
        </p:txBody>
      </p:sp>
      <p:sp>
        <p:nvSpPr>
          <p:cNvPr id="6" name="Marcador de pie de página 5">
            <a:extLst>
              <a:ext uri="{FF2B5EF4-FFF2-40B4-BE49-F238E27FC236}">
                <a16:creationId xmlns:a16="http://schemas.microsoft.com/office/drawing/2014/main" id="{D2A4585E-1D8B-EDC5-29A9-7280B3442C12}"/>
              </a:ext>
            </a:extLst>
          </p:cNvPr>
          <p:cNvSpPr>
            <a:spLocks noGrp="1"/>
          </p:cNvSpPr>
          <p:nvPr>
            <p:ph type="ftr" sz="quarter" idx="11"/>
          </p:nvPr>
        </p:nvSpPr>
        <p:spPr>
          <a:xfrm>
            <a:off x="7622485" y="210114"/>
            <a:ext cx="2509284" cy="365760"/>
          </a:xfrm>
        </p:spPr>
        <p:txBody>
          <a:bodyPr anchor="ctr">
            <a:normAutofit/>
          </a:bodyPr>
          <a:lstStyle/>
          <a:p>
            <a:pPr rtl="0">
              <a:spcAft>
                <a:spcPts val="600"/>
              </a:spcAft>
            </a:pPr>
            <a:r>
              <a:rPr lang="es"/>
              <a:t>Ejemplo de Texto de pie de página</a:t>
            </a:r>
          </a:p>
        </p:txBody>
      </p:sp>
      <p:sp>
        <p:nvSpPr>
          <p:cNvPr id="7" name="Marcador de número de diapositiva 6">
            <a:extLst>
              <a:ext uri="{FF2B5EF4-FFF2-40B4-BE49-F238E27FC236}">
                <a16:creationId xmlns:a16="http://schemas.microsoft.com/office/drawing/2014/main" id="{1919B332-BE5C-41BC-791C-C56D1FFE247F}"/>
              </a:ext>
            </a:extLst>
          </p:cNvPr>
          <p:cNvSpPr>
            <a:spLocks noGrp="1"/>
          </p:cNvSpPr>
          <p:nvPr>
            <p:ph type="sldNum" sz="quarter" idx="12"/>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15</a:t>
            </a:fld>
            <a:endParaRPr lang="en-US"/>
          </a:p>
        </p:txBody>
      </p:sp>
    </p:spTree>
    <p:extLst>
      <p:ext uri="{BB962C8B-B14F-4D97-AF65-F5344CB8AC3E}">
        <p14:creationId xmlns:p14="http://schemas.microsoft.com/office/powerpoint/2010/main" val="18900421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E078F5-17DD-D339-8D94-49A286849529}"/>
              </a:ext>
            </a:extLst>
          </p:cNvPr>
          <p:cNvSpPr>
            <a:spLocks noGrp="1"/>
          </p:cNvSpPr>
          <p:nvPr>
            <p:ph type="title"/>
          </p:nvPr>
        </p:nvSpPr>
        <p:spPr>
          <a:xfrm>
            <a:off x="7491984" y="955810"/>
            <a:ext cx="4114800" cy="1244051"/>
          </a:xfrm>
        </p:spPr>
        <p:txBody>
          <a:bodyPr anchor="b">
            <a:normAutofit/>
          </a:bodyPr>
          <a:lstStyle/>
          <a:p>
            <a:r>
              <a:rPr lang="es-SV"/>
              <a:t>Representación gráfica de los retornos</a:t>
            </a:r>
          </a:p>
        </p:txBody>
      </p:sp>
      <p:pic>
        <p:nvPicPr>
          <p:cNvPr id="8" name="Marcador de contenido 7" descr="Diagrama que muestra líneas discontinuas que indican el flujo de retorno de control o datos entre emisor y receptor">
            <a:extLst>
              <a:ext uri="{FF2B5EF4-FFF2-40B4-BE49-F238E27FC236}">
                <a16:creationId xmlns:a16="http://schemas.microsoft.com/office/drawing/2014/main" id="{0022E641-1CE2-43E1-A751-C780811D473E}"/>
              </a:ext>
            </a:extLst>
          </p:cNvPr>
          <p:cNvPicPr>
            <a:picLocks noGrp="1" noChangeAspect="1"/>
          </p:cNvPicPr>
          <p:nvPr>
            <p:ph type="pic" sz="quarter" idx="15"/>
          </p:nvPr>
        </p:nvPicPr>
        <p:blipFill>
          <a:blip r:embed="rId3"/>
          <a:srcRect l="18108" r="14152" b="-2"/>
          <a:stretch>
            <a:fillRect/>
          </a:stretch>
        </p:blipFill>
        <p:spPr>
          <a:xfrm>
            <a:off x="20" y="1"/>
            <a:ext cx="6959580" cy="6858000"/>
          </a:xfrm>
        </p:spPr>
      </p:pic>
      <p:sp>
        <p:nvSpPr>
          <p:cNvPr id="3" name="Marcador de fecha 2">
            <a:extLst>
              <a:ext uri="{FF2B5EF4-FFF2-40B4-BE49-F238E27FC236}">
                <a16:creationId xmlns:a16="http://schemas.microsoft.com/office/drawing/2014/main" id="{7D1BEF54-1AF4-AE0A-84FE-100A2559769B}"/>
              </a:ext>
            </a:extLst>
          </p:cNvPr>
          <p:cNvSpPr>
            <a:spLocks noGrp="1"/>
          </p:cNvSpPr>
          <p:nvPr>
            <p:ph type="dt" sz="half" idx="16"/>
          </p:nvPr>
        </p:nvSpPr>
        <p:spPr>
          <a:xfrm>
            <a:off x="7469431" y="210114"/>
            <a:ext cx="1485900" cy="365760"/>
          </a:xfrm>
        </p:spPr>
        <p:txBody>
          <a:bodyPr anchor="ctr">
            <a:normAutofit/>
          </a:bodyPr>
          <a:lstStyle/>
          <a:p>
            <a:pPr rtl="0">
              <a:spcAft>
                <a:spcPts val="600"/>
              </a:spcAft>
            </a:pPr>
            <a:r>
              <a:rPr lang="en-US"/>
              <a:t>24/11/2025</a:t>
            </a:r>
          </a:p>
        </p:txBody>
      </p:sp>
      <p:sp>
        <p:nvSpPr>
          <p:cNvPr id="4" name="Marcador de pie de página 3">
            <a:extLst>
              <a:ext uri="{FF2B5EF4-FFF2-40B4-BE49-F238E27FC236}">
                <a16:creationId xmlns:a16="http://schemas.microsoft.com/office/drawing/2014/main" id="{2978B47D-971B-C643-18EF-E5B4E2059080}"/>
              </a:ext>
            </a:extLst>
          </p:cNvPr>
          <p:cNvSpPr>
            <a:spLocks noGrp="1"/>
          </p:cNvSpPr>
          <p:nvPr>
            <p:ph type="ftr" sz="quarter" idx="17"/>
          </p:nvPr>
        </p:nvSpPr>
        <p:spPr>
          <a:xfrm>
            <a:off x="9376096" y="210114"/>
            <a:ext cx="1860464" cy="365760"/>
          </a:xfrm>
        </p:spPr>
        <p:txBody>
          <a:bodyPr anchor="ctr">
            <a:normAutofit/>
          </a:bodyPr>
          <a:lstStyle/>
          <a:p>
            <a:pPr rtl="0">
              <a:spcAft>
                <a:spcPts val="600"/>
              </a:spcAft>
            </a:pPr>
            <a:r>
              <a:rPr lang="es"/>
              <a:t>Texto de pie de página de muestra</a:t>
            </a:r>
          </a:p>
        </p:txBody>
      </p:sp>
      <p:sp>
        <p:nvSpPr>
          <p:cNvPr id="5" name="Marcador de número de diapositiva 4">
            <a:extLst>
              <a:ext uri="{FF2B5EF4-FFF2-40B4-BE49-F238E27FC236}">
                <a16:creationId xmlns:a16="http://schemas.microsoft.com/office/drawing/2014/main" id="{8D4EAFF9-344B-7E12-11D7-14E7C0A334D3}"/>
              </a:ext>
            </a:extLst>
          </p:cNvPr>
          <p:cNvSpPr>
            <a:spLocks noGrp="1"/>
          </p:cNvSpPr>
          <p:nvPr>
            <p:ph type="sldNum" sz="quarter" idx="18"/>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16</a:t>
            </a:fld>
            <a:endParaRPr lang="en-US"/>
          </a:p>
        </p:txBody>
      </p:sp>
      <p:sp>
        <p:nvSpPr>
          <p:cNvPr id="7" name="Marcador de contenido 6">
            <a:extLst>
              <a:ext uri="{FF2B5EF4-FFF2-40B4-BE49-F238E27FC236}">
                <a16:creationId xmlns:a16="http://schemas.microsoft.com/office/drawing/2014/main" id="{D3502D2F-36E8-767A-3673-E82BEE9F00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91984" y="2791033"/>
            <a:ext cx="4114800" cy="3383280"/>
          </a:xfrm>
        </p:spPr>
        <p:txBody>
          <a:bodyPr>
            <a:normAutofit/>
          </a:bodyPr>
          <a:lstStyle/>
          <a:p>
            <a:pPr marL="0" indent="0">
              <a:spcBef>
                <a:spcPts val="2500"/>
              </a:spcBef>
              <a:buFont typeface="Arial" panose="020B0604020202020204" pitchFamily="34" charset="0"/>
              <a:buNone/>
            </a:pPr>
            <a:r>
              <a:rPr lang="es-SV" b="1"/>
              <a:t>Líneas discontinuas como retornos</a:t>
            </a:r>
          </a:p>
          <a:p>
            <a:pPr marL="0" lvl="1" indent="0">
              <a:buFont typeface="Arial" panose="020B0604020202020204" pitchFamily="34" charset="0"/>
              <a:buNone/>
            </a:pPr>
            <a:r>
              <a:t>Los retornos se representan usando líneas discontinuas para mostrar el flujo de regreso de datos o control.</a:t>
            </a:r>
            <a:endParaRPr lang="es-SV"/>
          </a:p>
          <a:p>
            <a:pPr marL="0" indent="0">
              <a:spcBef>
                <a:spcPts val="2500"/>
              </a:spcBef>
              <a:buFont typeface="Arial" panose="020B0604020202020204" pitchFamily="34" charset="0"/>
              <a:buNone/>
            </a:pPr>
            <a:r>
              <a:rPr lang="es-SV" b="1"/>
              <a:t>Diferenciación en el flujo</a:t>
            </a:r>
          </a:p>
          <a:p>
            <a:pPr marL="0" lvl="1" indent="0">
              <a:buFont typeface="Arial" panose="020B0604020202020204" pitchFamily="34" charset="0"/>
              <a:buNone/>
            </a:pPr>
            <a:r>
              <a:t>Esta convención facilita distinguir claramente la respuesta dentro del flujo de comunicación entre emisor y receptor.</a:t>
            </a:r>
            <a:endParaRPr lang="es-SV"/>
          </a:p>
        </p:txBody>
      </p:sp>
    </p:spTree>
    <p:extLst>
      <p:ext uri="{BB962C8B-B14F-4D97-AF65-F5344CB8AC3E}">
        <p14:creationId xmlns:p14="http://schemas.microsoft.com/office/powerpoint/2010/main" val="1244205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227D7E-7BF1-EE7A-1D96-A4247D0415B0}"/>
              </a:ext>
            </a:extLst>
          </p:cNvPr>
          <p:cNvSpPr>
            <a:spLocks noGrp="1"/>
          </p:cNvSpPr>
          <p:nvPr>
            <p:ph type="title"/>
          </p:nvPr>
        </p:nvSpPr>
        <p:spPr>
          <a:xfrm>
            <a:off x="301752" y="731520"/>
            <a:ext cx="10858500" cy="692389"/>
          </a:xfrm>
        </p:spPr>
        <p:txBody>
          <a:bodyPr anchor="b">
            <a:normAutofit/>
          </a:bodyPr>
          <a:lstStyle/>
          <a:p>
            <a:r>
              <a:rPr lang="es-SV"/>
              <a:t>Diferencia entre mensajes y retornos</a:t>
            </a:r>
          </a:p>
        </p:txBody>
      </p:sp>
      <p:sp>
        <p:nvSpPr>
          <p:cNvPr id="3" name="Marcador de fecha 2">
            <a:extLst>
              <a:ext uri="{FF2B5EF4-FFF2-40B4-BE49-F238E27FC236}">
                <a16:creationId xmlns:a16="http://schemas.microsoft.com/office/drawing/2014/main" id="{C67D221E-A702-C76D-3D5E-928931413005}"/>
              </a:ext>
            </a:extLst>
          </p:cNvPr>
          <p:cNvSpPr>
            <a:spLocks noGrp="1"/>
          </p:cNvSpPr>
          <p:nvPr>
            <p:ph type="dt" sz="half" idx="15"/>
          </p:nvPr>
        </p:nvSpPr>
        <p:spPr>
          <a:xfrm>
            <a:off x="301752" y="210114"/>
            <a:ext cx="1759288" cy="365760"/>
          </a:xfrm>
        </p:spPr>
        <p:txBody>
          <a:bodyPr anchor="ctr">
            <a:normAutofit/>
          </a:bodyPr>
          <a:lstStyle/>
          <a:p>
            <a:pPr rtl="0">
              <a:spcAft>
                <a:spcPts val="600"/>
              </a:spcAft>
            </a:pPr>
            <a:r>
              <a:rPr lang="en-US"/>
              <a:t>24/11/2025</a:t>
            </a:r>
          </a:p>
        </p:txBody>
      </p:sp>
      <p:sp>
        <p:nvSpPr>
          <p:cNvPr id="4" name="Marcador de pie de página 3">
            <a:extLst>
              <a:ext uri="{FF2B5EF4-FFF2-40B4-BE49-F238E27FC236}">
                <a16:creationId xmlns:a16="http://schemas.microsoft.com/office/drawing/2014/main" id="{61F11EB7-991A-4FCB-A852-DD641D29D764}"/>
              </a:ext>
            </a:extLst>
          </p:cNvPr>
          <p:cNvSpPr>
            <a:spLocks noGrp="1"/>
          </p:cNvSpPr>
          <p:nvPr>
            <p:ph type="ftr" sz="quarter" idx="16"/>
          </p:nvPr>
        </p:nvSpPr>
        <p:spPr>
          <a:xfrm>
            <a:off x="7622485" y="210114"/>
            <a:ext cx="2509284" cy="365760"/>
          </a:xfrm>
        </p:spPr>
        <p:txBody>
          <a:bodyPr anchor="ctr">
            <a:normAutofit/>
          </a:bodyPr>
          <a:lstStyle/>
          <a:p>
            <a:pPr rtl="0">
              <a:spcAft>
                <a:spcPts val="600"/>
              </a:spcAft>
            </a:pPr>
            <a:r>
              <a:rPr lang="es"/>
              <a:t>Texto de pie de página de muestra</a:t>
            </a:r>
          </a:p>
        </p:txBody>
      </p:sp>
      <p:sp>
        <p:nvSpPr>
          <p:cNvPr id="5" name="Marcador de número de diapositiva 4">
            <a:extLst>
              <a:ext uri="{FF2B5EF4-FFF2-40B4-BE49-F238E27FC236}">
                <a16:creationId xmlns:a16="http://schemas.microsoft.com/office/drawing/2014/main" id="{150B8EB1-A787-64EE-874B-467ABEC44D3F}"/>
              </a:ext>
            </a:extLst>
          </p:cNvPr>
          <p:cNvSpPr>
            <a:spLocks noGrp="1"/>
          </p:cNvSpPr>
          <p:nvPr>
            <p:ph type="sldNum" sz="quarter" idx="17"/>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17</a:t>
            </a:fld>
            <a:endParaRPr lang="en-US"/>
          </a:p>
        </p:txBody>
      </p:sp>
      <p:pic>
        <p:nvPicPr>
          <p:cNvPr id="8" name="Marcador de contenido 7" descr="Ilustración del flujo bidireccional en diagramas de secuencia de sistemas que muestran mensajes y retornos">
            <a:extLst>
              <a:ext uri="{FF2B5EF4-FFF2-40B4-BE49-F238E27FC236}">
                <a16:creationId xmlns:a16="http://schemas.microsoft.com/office/drawing/2014/main" id="{B21E3A7E-B998-4EEC-B30A-F9D93CF197C6}"/>
              </a:ext>
            </a:extLst>
          </p:cNvPr>
          <p:cNvPicPr>
            <a:picLocks noGrp="1" noChangeAspect="1"/>
          </p:cNvPicPr>
          <p:nvPr>
            <p:ph sz="quarter" idx="18"/>
          </p:nvPr>
        </p:nvPicPr>
        <p:blipFill>
          <a:blip r:embed="rId3"/>
          <a:srcRect l="17397" r="7419" b="-1"/>
          <a:stretch>
            <a:fillRect/>
          </a:stretch>
        </p:blipFill>
        <p:spPr>
          <a:xfrm>
            <a:off x="301625" y="1806575"/>
            <a:ext cx="5165725" cy="4586288"/>
          </a:xfrm>
        </p:spPr>
      </p:pic>
      <p:sp>
        <p:nvSpPr>
          <p:cNvPr id="7" name="Marcador de contenido 6">
            <a:extLst>
              <a:ext uri="{FF2B5EF4-FFF2-40B4-BE49-F238E27FC236}">
                <a16:creationId xmlns:a16="http://schemas.microsoft.com/office/drawing/2014/main" id="{A5510747-2A83-97F8-8E92-F3EDD0B7B9B3}"/>
              </a:ext>
            </a:extLst>
          </p:cNvPr>
          <p:cNvSpPr>
            <a:spLocks noGrp="1"/>
          </p:cNvSpPr>
          <p:nvPr>
            <p:ph sz="quarter" idx="19"/>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23891" y="1806575"/>
            <a:ext cx="4991100" cy="4586288"/>
          </a:xfrm>
        </p:spPr>
        <p:txBody>
          <a:bodyPr>
            <a:normAutofit/>
          </a:bodyPr>
          <a:lstStyle/>
          <a:p>
            <a:pPr marL="0" indent="0">
              <a:spcBef>
                <a:spcPts val="2500"/>
              </a:spcBef>
              <a:buFont typeface="Arial" panose="020B0604020202020204" pitchFamily="34" charset="0"/>
              <a:buNone/>
            </a:pPr>
            <a:r>
              <a:rPr lang="es-SV" b="1"/>
              <a:t>Definición de mensajes</a:t>
            </a:r>
          </a:p>
          <a:p>
            <a:pPr marL="0" lvl="1" indent="0">
              <a:buFont typeface="Arial" panose="020B0604020202020204" pitchFamily="34" charset="0"/>
              <a:buNone/>
            </a:pPr>
            <a:r>
              <a:t>Los mensajes representan solicitudes de acción o información enviadas dentro de un sistema para activar procesos.</a:t>
            </a:r>
            <a:endParaRPr lang="es-SV"/>
          </a:p>
          <a:p>
            <a:pPr marL="0" indent="0">
              <a:spcBef>
                <a:spcPts val="2500"/>
              </a:spcBef>
              <a:buFont typeface="Arial" panose="020B0604020202020204" pitchFamily="34" charset="0"/>
              <a:buNone/>
            </a:pPr>
            <a:r>
              <a:rPr lang="es-SV" b="1"/>
              <a:t>Función de los retornos</a:t>
            </a:r>
          </a:p>
          <a:p>
            <a:pPr marL="0" lvl="1" indent="0">
              <a:buFont typeface="Arial" panose="020B0604020202020204" pitchFamily="34" charset="0"/>
              <a:buNone/>
            </a:pPr>
            <a:r>
              <a:t>Los retornos indican la finalización de una acción, proporcionando datos o confirmaciones al origen del mensaje.</a:t>
            </a:r>
            <a:endParaRPr lang="es-MX"/>
          </a:p>
          <a:p>
            <a:pPr marL="0" indent="0">
              <a:spcBef>
                <a:spcPts val="2500"/>
              </a:spcBef>
              <a:buFont typeface="Arial" panose="020B0604020202020204" pitchFamily="34" charset="0"/>
              <a:buNone/>
            </a:pPr>
            <a:r>
              <a:rPr lang="es-MX" b="1"/>
              <a:t>Importancia en diagramas de secuencia</a:t>
            </a:r>
          </a:p>
          <a:p>
            <a:pPr marL="0" lvl="1" indent="0">
              <a:buFont typeface="Arial" panose="020B0604020202020204" pitchFamily="34" charset="0"/>
              <a:buNone/>
            </a:pPr>
            <a:r>
              <a:t>La diferencia entre mensajes y retornos permite interpretar correctamente el flujo bidireccional en diagramas de secuencia.</a:t>
            </a:r>
            <a:endParaRPr lang="es-SV"/>
          </a:p>
        </p:txBody>
      </p:sp>
    </p:spTree>
    <p:extLst>
      <p:ext uri="{BB962C8B-B14F-4D97-AF65-F5344CB8AC3E}">
        <p14:creationId xmlns:p14="http://schemas.microsoft.com/office/powerpoint/2010/main" val="17056897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6B0418-6EF0-96DB-BF30-D3C93DEFC720}"/>
              </a:ext>
            </a:extLst>
          </p:cNvPr>
          <p:cNvSpPr>
            <a:spLocks noGrp="1"/>
          </p:cNvSpPr>
          <p:nvPr>
            <p:ph type="title"/>
          </p:nvPr>
        </p:nvSpPr>
        <p:spPr>
          <a:xfrm>
            <a:off x="301752" y="1010934"/>
            <a:ext cx="3507418" cy="1398494"/>
          </a:xfrm>
        </p:spPr>
        <p:txBody>
          <a:bodyPr anchor="t">
            <a:normAutofit/>
          </a:bodyPr>
          <a:lstStyle/>
          <a:p>
            <a:r>
              <a:rPr lang="es-SV"/>
              <a:t>Utilidad de los retornos en la comprensión del flujo</a:t>
            </a:r>
          </a:p>
        </p:txBody>
      </p:sp>
      <p:sp>
        <p:nvSpPr>
          <p:cNvPr id="3" name="Marcador de fecha 2">
            <a:extLst>
              <a:ext uri="{FF2B5EF4-FFF2-40B4-BE49-F238E27FC236}">
                <a16:creationId xmlns:a16="http://schemas.microsoft.com/office/drawing/2014/main" id="{862968A7-6205-38D2-A250-9E26D0911F57}"/>
              </a:ext>
            </a:extLst>
          </p:cNvPr>
          <p:cNvSpPr>
            <a:spLocks noGrp="1"/>
          </p:cNvSpPr>
          <p:nvPr>
            <p:ph type="dt" sz="half" idx="14"/>
          </p:nvPr>
        </p:nvSpPr>
        <p:spPr>
          <a:xfrm>
            <a:off x="301752" y="210114"/>
            <a:ext cx="1759288" cy="365760"/>
          </a:xfrm>
        </p:spPr>
        <p:txBody>
          <a:bodyPr anchor="ctr">
            <a:normAutofit/>
          </a:bodyPr>
          <a:lstStyle/>
          <a:p>
            <a:pPr rtl="0">
              <a:spcAft>
                <a:spcPts val="600"/>
              </a:spcAft>
            </a:pPr>
            <a:r>
              <a:rPr lang="en-US"/>
              <a:t>24/11/2025</a:t>
            </a:r>
          </a:p>
        </p:txBody>
      </p:sp>
      <p:sp>
        <p:nvSpPr>
          <p:cNvPr id="4" name="Marcador de pie de página 3">
            <a:extLst>
              <a:ext uri="{FF2B5EF4-FFF2-40B4-BE49-F238E27FC236}">
                <a16:creationId xmlns:a16="http://schemas.microsoft.com/office/drawing/2014/main" id="{87AF2123-BEFB-523E-DC6C-F7342FFA0CAC}"/>
              </a:ext>
            </a:extLst>
          </p:cNvPr>
          <p:cNvSpPr>
            <a:spLocks noGrp="1"/>
          </p:cNvSpPr>
          <p:nvPr>
            <p:ph type="ftr" sz="quarter" idx="15"/>
          </p:nvPr>
        </p:nvSpPr>
        <p:spPr>
          <a:xfrm>
            <a:off x="4932680" y="210114"/>
            <a:ext cx="2509284" cy="365760"/>
          </a:xfrm>
        </p:spPr>
        <p:txBody>
          <a:bodyPr anchor="ctr">
            <a:normAutofit/>
          </a:bodyPr>
          <a:lstStyle/>
          <a:p>
            <a:pPr rtl="0">
              <a:spcAft>
                <a:spcPts val="600"/>
              </a:spcAft>
            </a:pPr>
            <a:r>
              <a:rPr lang="es"/>
              <a:t>Texto de pie de página de muestra</a:t>
            </a:r>
          </a:p>
        </p:txBody>
      </p:sp>
      <p:sp>
        <p:nvSpPr>
          <p:cNvPr id="5" name="Marcador de número de diapositiva 4">
            <a:extLst>
              <a:ext uri="{FF2B5EF4-FFF2-40B4-BE49-F238E27FC236}">
                <a16:creationId xmlns:a16="http://schemas.microsoft.com/office/drawing/2014/main" id="{367573BF-D3AB-3508-94AE-92BE8E028FE3}"/>
              </a:ext>
            </a:extLst>
          </p:cNvPr>
          <p:cNvSpPr>
            <a:spLocks noGrp="1"/>
          </p:cNvSpPr>
          <p:nvPr>
            <p:ph type="sldNum" sz="quarter" idx="16"/>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18</a:t>
            </a:fld>
            <a:endParaRPr lang="en-US"/>
          </a:p>
        </p:txBody>
      </p:sp>
      <p:pic>
        <p:nvPicPr>
          <p:cNvPr id="8" name="Marcador de contenido 7" descr="Diagrama que ilustra el flujo de información con señales de retorno y seguimiento de errores en sistemas">
            <a:extLst>
              <a:ext uri="{FF2B5EF4-FFF2-40B4-BE49-F238E27FC236}">
                <a16:creationId xmlns:a16="http://schemas.microsoft.com/office/drawing/2014/main" id="{BEB1F53B-64CA-406D-9A4A-1E9DEB653427}"/>
              </a:ext>
            </a:extLst>
          </p:cNvPr>
          <p:cNvPicPr>
            <a:picLocks noGrp="1" noChangeAspect="1"/>
          </p:cNvPicPr>
          <p:nvPr>
            <p:ph type="pic" sz="quarter" idx="17"/>
          </p:nvPr>
        </p:nvPicPr>
        <p:blipFill>
          <a:blip r:embed="rId3"/>
          <a:stretch/>
        </p:blipFill>
        <p:spPr>
          <a:xfrm>
            <a:off x="451351" y="3390816"/>
            <a:ext cx="3357819" cy="2241344"/>
          </a:xfrm>
        </p:spPr>
      </p:pic>
      <p:sp>
        <p:nvSpPr>
          <p:cNvPr id="7" name="Marcador de contenido 6">
            <a:extLst>
              <a:ext uri="{FF2B5EF4-FFF2-40B4-BE49-F238E27FC236}">
                <a16:creationId xmlns:a16="http://schemas.microsoft.com/office/drawing/2014/main" id="{1640FC49-0DE2-BBCF-0303-00072932B6F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indent="0">
              <a:spcBef>
                <a:spcPts val="2500"/>
              </a:spcBef>
              <a:buFont typeface="Arial" panose="020B0604020202020204" pitchFamily="34" charset="0"/>
              <a:buNone/>
            </a:pPr>
            <a:r>
              <a:rPr lang="es-SV" b="1"/>
              <a:t>Visualización de finalización</a:t>
            </a:r>
          </a:p>
          <a:p>
            <a:pPr marL="0" lvl="1" indent="0">
              <a:buFont typeface="Arial" panose="020B0604020202020204" pitchFamily="34" charset="0"/>
              <a:buNone/>
            </a:pPr>
            <a:r>
              <a:t>Los retornos muestran claramente cuándo y cómo terminan las interacciones dentro de un proceso o sistema.</a:t>
            </a:r>
            <a:endParaRPr lang="es-SV"/>
          </a:p>
          <a:p>
            <a:pPr marL="0" indent="0">
              <a:spcBef>
                <a:spcPts val="2500"/>
              </a:spcBef>
              <a:buFont typeface="Arial" panose="020B0604020202020204" pitchFamily="34" charset="0"/>
              <a:buNone/>
            </a:pPr>
            <a:r>
              <a:rPr lang="es-SV" b="1"/>
              <a:t>Confirmación de recepción</a:t>
            </a:r>
          </a:p>
          <a:p>
            <a:pPr marL="0" lvl="1" indent="0">
              <a:buFont typeface="Arial" panose="020B0604020202020204" pitchFamily="34" charset="0"/>
              <a:buNone/>
            </a:pPr>
            <a:r>
              <a:t>Permiten confirmar que la información fue recibida o que una operación tuvo un resultado esperado.</a:t>
            </a:r>
            <a:endParaRPr lang="es-SV"/>
          </a:p>
          <a:p>
            <a:pPr marL="0" indent="0">
              <a:spcBef>
                <a:spcPts val="2500"/>
              </a:spcBef>
              <a:buFont typeface="Arial" panose="020B0604020202020204" pitchFamily="34" charset="0"/>
              <a:buNone/>
            </a:pPr>
            <a:r>
              <a:rPr lang="es-SV" b="1"/>
              <a:t>Rastreo de errores</a:t>
            </a:r>
          </a:p>
          <a:p>
            <a:pPr marL="0" lvl="1" indent="0">
              <a:buFont typeface="Arial" panose="020B0604020202020204" pitchFamily="34" charset="0"/>
              <a:buNone/>
            </a:pPr>
            <a:r>
              <a:t>La visibilidad de los retornos facilita la identificación y seguimiento de errores en el sistema.</a:t>
            </a:r>
            <a:endParaRPr lang="es-SV"/>
          </a:p>
          <a:p>
            <a:pPr marL="0" indent="0">
              <a:spcBef>
                <a:spcPts val="2500"/>
              </a:spcBef>
              <a:buFont typeface="Arial" panose="020B0604020202020204" pitchFamily="34" charset="0"/>
              <a:buNone/>
            </a:pPr>
            <a:r>
              <a:rPr lang="es-SV" b="1"/>
              <a:t>Optimización del diseño</a:t>
            </a:r>
          </a:p>
          <a:p>
            <a:pPr marL="0" lvl="1" indent="0">
              <a:buFont typeface="Arial" panose="020B0604020202020204" pitchFamily="34" charset="0"/>
              <a:buNone/>
            </a:pPr>
            <a:r>
              <a:t>Gestionar adecuadamente las respuestas ayuda a optimizar el diseño y la eficiencia del sistema.</a:t>
            </a:r>
            <a:endParaRPr lang="es-SV"/>
          </a:p>
        </p:txBody>
      </p:sp>
    </p:spTree>
    <p:extLst>
      <p:ext uri="{BB962C8B-B14F-4D97-AF65-F5344CB8AC3E}">
        <p14:creationId xmlns:p14="http://schemas.microsoft.com/office/powerpoint/2010/main" val="28381985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C3983E-4B91-D234-B134-2A477B9EAA84}"/>
              </a:ext>
            </a:extLst>
          </p:cNvPr>
          <p:cNvSpPr>
            <a:spLocks noGrp="1"/>
          </p:cNvSpPr>
          <p:nvPr>
            <p:ph type="title"/>
          </p:nvPr>
        </p:nvSpPr>
        <p:spPr>
          <a:xfrm>
            <a:off x="301752" y="983230"/>
            <a:ext cx="9830017" cy="877376"/>
          </a:xfrm>
        </p:spPr>
        <p:txBody>
          <a:bodyPr anchor="t">
            <a:normAutofit/>
          </a:bodyPr>
          <a:lstStyle/>
          <a:p>
            <a:r>
              <a:rPr lang="es-SV" sz="2800"/>
              <a:t>Conclusión: Esencial para entender la dinámica de sistemas</a:t>
            </a:r>
          </a:p>
        </p:txBody>
      </p:sp>
      <p:sp>
        <p:nvSpPr>
          <p:cNvPr id="3" name="Marcador de fecha 2">
            <a:extLst>
              <a:ext uri="{FF2B5EF4-FFF2-40B4-BE49-F238E27FC236}">
                <a16:creationId xmlns:a16="http://schemas.microsoft.com/office/drawing/2014/main" id="{1B628C2C-9DB5-368E-DE99-C9B94BAFBACC}"/>
              </a:ext>
            </a:extLst>
          </p:cNvPr>
          <p:cNvSpPr>
            <a:spLocks noGrp="1"/>
          </p:cNvSpPr>
          <p:nvPr>
            <p:ph type="dt" sz="half" idx="15"/>
          </p:nvPr>
        </p:nvSpPr>
        <p:spPr>
          <a:xfrm>
            <a:off x="301752" y="210114"/>
            <a:ext cx="1759288" cy="365760"/>
          </a:xfrm>
        </p:spPr>
        <p:txBody>
          <a:bodyPr anchor="ctr">
            <a:normAutofit/>
          </a:bodyPr>
          <a:lstStyle/>
          <a:p>
            <a:pPr rtl="0">
              <a:spcAft>
                <a:spcPts val="600"/>
              </a:spcAft>
            </a:pPr>
            <a:r>
              <a:rPr lang="en-US"/>
              <a:t>24/11/2025</a:t>
            </a:r>
          </a:p>
        </p:txBody>
      </p:sp>
      <p:sp>
        <p:nvSpPr>
          <p:cNvPr id="4" name="Marcador de pie de página 3">
            <a:extLst>
              <a:ext uri="{FF2B5EF4-FFF2-40B4-BE49-F238E27FC236}">
                <a16:creationId xmlns:a16="http://schemas.microsoft.com/office/drawing/2014/main" id="{902E21E6-01FF-A0EB-EE80-FB51E3D568A5}"/>
              </a:ext>
            </a:extLst>
          </p:cNvPr>
          <p:cNvSpPr>
            <a:spLocks noGrp="1"/>
          </p:cNvSpPr>
          <p:nvPr>
            <p:ph type="ftr" sz="quarter" idx="16"/>
          </p:nvPr>
        </p:nvSpPr>
        <p:spPr>
          <a:xfrm>
            <a:off x="7622485" y="210114"/>
            <a:ext cx="2509284" cy="365760"/>
          </a:xfrm>
        </p:spPr>
        <p:txBody>
          <a:bodyPr anchor="ctr">
            <a:normAutofit/>
          </a:bodyPr>
          <a:lstStyle/>
          <a:p>
            <a:pPr rtl="0">
              <a:spcAft>
                <a:spcPts val="600"/>
              </a:spcAft>
            </a:pPr>
            <a:r>
              <a:rPr lang="es"/>
              <a:t>Muestra de texto de pie de página</a:t>
            </a:r>
          </a:p>
        </p:txBody>
      </p:sp>
      <p:sp>
        <p:nvSpPr>
          <p:cNvPr id="5" name="Marcador de número de diapositiva 4">
            <a:extLst>
              <a:ext uri="{FF2B5EF4-FFF2-40B4-BE49-F238E27FC236}">
                <a16:creationId xmlns:a16="http://schemas.microsoft.com/office/drawing/2014/main" id="{E8A63C29-8B75-9D86-0626-FFAD20FC7EB4}"/>
              </a:ext>
            </a:extLst>
          </p:cNvPr>
          <p:cNvSpPr>
            <a:spLocks noGrp="1"/>
          </p:cNvSpPr>
          <p:nvPr>
            <p:ph type="sldNum" sz="quarter" idx="17"/>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19</a:t>
            </a:fld>
            <a:endParaRPr lang="en-US"/>
          </a:p>
        </p:txBody>
      </p:sp>
      <p:graphicFrame>
        <p:nvGraphicFramePr>
          <p:cNvPr id="10" name="Marcador de contenido 5">
            <a:extLst>
              <a:ext uri="{FF2B5EF4-FFF2-40B4-BE49-F238E27FC236}">
                <a16:creationId xmlns:a16="http://schemas.microsoft.com/office/drawing/2014/main" id="{392073A7-F344-376A-FB22-35E8DB768B88}"/>
              </a:ext>
            </a:extLst>
          </p:cNvPr>
          <p:cNvGraphicFramePr>
            <a:graphicFrameLocks noGrp="1"/>
          </p:cNvGraphicFramePr>
          <p:nvPr>
            <p:ph sz="quarter" idx="14"/>
            <p:extLst>
              <p:ext uri="{D42A27DB-BD31-4B8C-83A1-F6EECF244321}">
                <p14:modId xmlns:p14="http://schemas.microsoft.com/office/powerpoint/2010/main" val="4122176544"/>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241964" y="3429000"/>
          <a:ext cx="8226135" cy="2434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6707518"/>
      </p:ext>
    </p:extLst>
  </p:cSld>
  <p:clrMapOvr>
    <a:masterClrMapping/>
  </p:clrMapOvr>
  <p:transition>
    <p:fade/>
  </p:transition>
</p:sld>
</file>

<file path=ppt/theme/theme1.xml><?xml version="1.0" encoding="utf-8"?>
<a:theme xmlns:a="http://schemas.openxmlformats.org/drawingml/2006/main" name="Degradado oscuro">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2239</TotalTime>
  <Words>2108</Words>
  <Application>Microsoft Office PowerPoint</Application>
  <PresentationFormat>Panorámica</PresentationFormat>
  <Paragraphs>190</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Aptos</vt:lpstr>
      <vt:lpstr>Arial</vt:lpstr>
      <vt:lpstr>Arial Nova Light</vt:lpstr>
      <vt:lpstr>Neue Haas Grotesk Text Pro</vt:lpstr>
      <vt:lpstr>Degradado oscuro</vt:lpstr>
      <vt:lpstr>Comprendiendo el Diagrama de Secuencia: Línea de Vida y Mensajes en Sistemas</vt:lpstr>
      <vt:lpstr>Temas a Tratar</vt:lpstr>
      <vt:lpstr>Fundamentos del diagrama de secuencia</vt:lpstr>
      <vt:lpstr>Definición y propósito del diagrama de secuencia</vt:lpstr>
      <vt:lpstr>Elementos principales de un diagrama de secuencia</vt:lpstr>
      <vt:lpstr>Importancia en el modelado de sistemas</vt:lpstr>
      <vt:lpstr>Línea de vida de un sistema en diagramas de secuencia</vt:lpstr>
      <vt:lpstr>Concepto de línea de vida y su representación gráfica</vt:lpstr>
      <vt:lpstr>Roles de objetos y actores en la línea de vida</vt:lpstr>
      <vt:lpstr>Ciclo de vida y estados de los objetos</vt:lpstr>
      <vt:lpstr>Mensajes en los diagramas de secuencia</vt:lpstr>
      <vt:lpstr>Tipos de mensajes (sincrónicos, asincrónicos, de creación y destrucción)</vt:lpstr>
      <vt:lpstr>Sintaxis y notación de mensajes</vt:lpstr>
      <vt:lpstr>Ejemplos prácticos de envío y recepción de mensajes</vt:lpstr>
      <vt:lpstr>Retornos en diagramas de secuencia</vt:lpstr>
      <vt:lpstr>Representación gráfica de los retornos</vt:lpstr>
      <vt:lpstr>Diferencia entre mensajes y retornos</vt:lpstr>
      <vt:lpstr>Utilidad de los retornos en la comprensión del flujo</vt:lpstr>
      <vt:lpstr>Conclusión: Esencial para entender la dinámica de sistemas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Yansi-hernandez@outlook.com</dc:creator>
  <cp:lastModifiedBy>eduardo garcia</cp:lastModifiedBy>
  <cp:revision>2</cp:revision>
  <dcterms:created xsi:type="dcterms:W3CDTF">2026-03-27T13:16:34Z</dcterms:created>
  <dcterms:modified xsi:type="dcterms:W3CDTF">2026-04-09T01:13:20Z</dcterms:modified>
</cp:coreProperties>
</file>